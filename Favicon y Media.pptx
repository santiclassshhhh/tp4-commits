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4440"/>
            <a:ext cx="4111920" cy="237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10800000">
            <a:off x="-1604160" y="-844560"/>
            <a:ext cx="3281040" cy="2132280"/>
          </a:xfrm>
          <a:custGeom>
            <a:avLst/>
            <a:gdLst>
              <a:gd name="textAreaLeft" fmla="*/ 0 w 3281040"/>
              <a:gd name="textAreaRight" fmla="*/ 3281400 w 3281040"/>
              <a:gd name="textAreaTop" fmla="*/ 0 h 2132280"/>
              <a:gd name="textAreaBottom" fmla="*/ 2132640 h 213228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2;p2"/>
          <p:cNvSpPr/>
          <p:nvPr/>
        </p:nvSpPr>
        <p:spPr>
          <a:xfrm rot="11700000" flipH="1">
            <a:off x="-1514520" y="4121280"/>
            <a:ext cx="3953160" cy="1921320"/>
          </a:xfrm>
          <a:custGeom>
            <a:avLst/>
            <a:gdLst>
              <a:gd name="textAreaLeft" fmla="*/ -360 w 3953160"/>
              <a:gd name="textAreaRight" fmla="*/ 3953160 w 39531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013840" y="840960"/>
            <a:ext cx="511596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Google Shape;358;p15"/>
          <p:cNvSpPr/>
          <p:nvPr/>
        </p:nvSpPr>
        <p:spPr>
          <a:xfrm rot="9076800" flipH="1">
            <a:off x="7972920" y="-586080"/>
            <a:ext cx="1683360" cy="1672560"/>
          </a:xfrm>
          <a:custGeom>
            <a:avLst/>
            <a:gdLst>
              <a:gd name="textAreaLeft" fmla="*/ 360 w 1683360"/>
              <a:gd name="textAreaRight" fmla="*/ 1684080 w 1683360"/>
              <a:gd name="textAreaTop" fmla="*/ 0 h 1672560"/>
              <a:gd name="textAreaBottom" fmla="*/ 1672920 h 167256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359;p15"/>
          <p:cNvGrpSpPr/>
          <p:nvPr/>
        </p:nvGrpSpPr>
        <p:grpSpPr>
          <a:xfrm>
            <a:off x="682920" y="4696560"/>
            <a:ext cx="325440" cy="404280"/>
            <a:chOff x="682920" y="4696560"/>
            <a:chExt cx="325440" cy="404280"/>
          </a:xfrm>
        </p:grpSpPr>
        <p:sp>
          <p:nvSpPr>
            <p:cNvPr id="9" name="Google Shape;360;p15"/>
            <p:cNvSpPr/>
            <p:nvPr/>
          </p:nvSpPr>
          <p:spPr>
            <a:xfrm flipH="1">
              <a:off x="682920" y="4696560"/>
              <a:ext cx="325440" cy="404280"/>
            </a:xfrm>
            <a:custGeom>
              <a:avLst/>
              <a:gdLst>
                <a:gd name="textAreaLeft" fmla="*/ 360 w 325440"/>
                <a:gd name="textAreaRight" fmla="*/ 326160 w 32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435673" h="541115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" name="Google Shape;361;p15"/>
            <p:cNvGrpSpPr/>
            <p:nvPr/>
          </p:nvGrpSpPr>
          <p:grpSpPr>
            <a:xfrm>
              <a:off x="715680" y="4719960"/>
              <a:ext cx="122760" cy="30600"/>
              <a:chOff x="715680" y="4719960"/>
              <a:chExt cx="122760" cy="30600"/>
            </a:xfrm>
          </p:grpSpPr>
          <p:sp>
            <p:nvSpPr>
              <p:cNvPr id="11" name="Google Shape;362;p15"/>
              <p:cNvSpPr/>
              <p:nvPr/>
            </p:nvSpPr>
            <p:spPr>
              <a:xfrm flipH="1">
                <a:off x="71532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363;p15"/>
              <p:cNvSpPr/>
              <p:nvPr/>
            </p:nvSpPr>
            <p:spPr>
              <a:xfrm flipH="1">
                <a:off x="76140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364;p15"/>
              <p:cNvSpPr/>
              <p:nvPr/>
            </p:nvSpPr>
            <p:spPr>
              <a:xfrm flipH="1">
                <a:off x="80748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9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" name="Google Shape;365;p15"/>
          <p:cNvGrpSpPr/>
          <p:nvPr/>
        </p:nvGrpSpPr>
        <p:grpSpPr>
          <a:xfrm>
            <a:off x="713520" y="4774680"/>
            <a:ext cx="268560" cy="280440"/>
            <a:chOff x="713520" y="4774680"/>
            <a:chExt cx="268560" cy="280440"/>
          </a:xfrm>
        </p:grpSpPr>
        <p:sp>
          <p:nvSpPr>
            <p:cNvPr id="15" name="Google Shape;366;p15"/>
            <p:cNvSpPr/>
            <p:nvPr/>
          </p:nvSpPr>
          <p:spPr>
            <a:xfrm flipH="1">
              <a:off x="714960" y="4933440"/>
              <a:ext cx="267120" cy="121680"/>
            </a:xfrm>
            <a:custGeom>
              <a:avLst/>
              <a:gdLst>
                <a:gd name="textAreaLeft" fmla="*/ 360 w 267120"/>
                <a:gd name="textAreaRight" fmla="*/ 267840 w 267120"/>
                <a:gd name="textAreaTop" fmla="*/ 0 h 121680"/>
                <a:gd name="textAreaBottom" fmla="*/ 122040 h 121680"/>
              </a:gdLst>
              <a:ahLst/>
              <a:cxnLst/>
              <a:rect l="textAreaLeft" t="textAreaTop" r="textAreaRight" b="textAreaBottom"/>
              <a:pathLst>
                <a:path w="357473" h="163258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367;p15"/>
            <p:cNvSpPr/>
            <p:nvPr/>
          </p:nvSpPr>
          <p:spPr>
            <a:xfrm flipH="1">
              <a:off x="713160" y="4774680"/>
              <a:ext cx="264600" cy="134280"/>
            </a:xfrm>
            <a:custGeom>
              <a:avLst/>
              <a:gdLst>
                <a:gd name="textAreaLeft" fmla="*/ -360 w 264600"/>
                <a:gd name="textAreaRight" fmla="*/ 264600 w 2646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353948" h="180117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" name="Google Shape;368;p15"/>
          <p:cNvGrpSpPr/>
          <p:nvPr/>
        </p:nvGrpSpPr>
        <p:grpSpPr>
          <a:xfrm>
            <a:off x="96120" y="4469400"/>
            <a:ext cx="354960" cy="643680"/>
            <a:chOff x="96120" y="4469400"/>
            <a:chExt cx="354960" cy="643680"/>
          </a:xfrm>
        </p:grpSpPr>
        <p:grpSp>
          <p:nvGrpSpPr>
            <p:cNvPr id="18" name="Google Shape;369;p15"/>
            <p:cNvGrpSpPr/>
            <p:nvPr/>
          </p:nvGrpSpPr>
          <p:grpSpPr>
            <a:xfrm>
              <a:off x="96120" y="4469400"/>
              <a:ext cx="354960" cy="643680"/>
              <a:chOff x="96120" y="4469400"/>
              <a:chExt cx="354960" cy="643680"/>
            </a:xfrm>
          </p:grpSpPr>
          <p:sp>
            <p:nvSpPr>
              <p:cNvPr id="19" name="Google Shape;370;p15"/>
              <p:cNvSpPr/>
              <p:nvPr/>
            </p:nvSpPr>
            <p:spPr>
              <a:xfrm flipH="1">
                <a:off x="96120" y="4469400"/>
                <a:ext cx="354960" cy="643680"/>
              </a:xfrm>
              <a:custGeom>
                <a:avLst/>
                <a:gdLst>
                  <a:gd name="textAreaLeft" fmla="*/ 360 w 354960"/>
                  <a:gd name="textAreaRight" fmla="*/ 355680 w 354960"/>
                  <a:gd name="textAreaTop" fmla="*/ 0 h 643680"/>
                  <a:gd name="textAreaBottom" fmla="*/ 644040 h 6436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371;p15"/>
              <p:cNvSpPr/>
              <p:nvPr/>
            </p:nvSpPr>
            <p:spPr>
              <a:xfrm flipH="1">
                <a:off x="111960" y="4502160"/>
                <a:ext cx="324000" cy="527760"/>
              </a:xfrm>
              <a:custGeom>
                <a:avLst/>
                <a:gdLst>
                  <a:gd name="textAreaLeft" fmla="*/ 360 w 324000"/>
                  <a:gd name="textAreaRight" fmla="*/ 324720 w 324000"/>
                  <a:gd name="textAreaTop" fmla="*/ 0 h 527760"/>
                  <a:gd name="textAreaBottom" fmla="*/ 528120 h 52776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" name="Google Shape;372;p15"/>
            <p:cNvSpPr/>
            <p:nvPr/>
          </p:nvSpPr>
          <p:spPr>
            <a:xfrm flipH="1">
              <a:off x="127440" y="5065200"/>
              <a:ext cx="293040" cy="24120"/>
            </a:xfrm>
            <a:custGeom>
              <a:avLst/>
              <a:gdLst>
                <a:gd name="textAreaLeft" fmla="*/ 360 w 293040"/>
                <a:gd name="textAreaRight" fmla="*/ 293760 w 2930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" name="Google Shape;373;p15"/>
          <p:cNvGrpSpPr/>
          <p:nvPr/>
        </p:nvGrpSpPr>
        <p:grpSpPr>
          <a:xfrm>
            <a:off x="7976160" y="116280"/>
            <a:ext cx="1061640" cy="558720"/>
            <a:chOff x="7976160" y="116280"/>
            <a:chExt cx="1061640" cy="558720"/>
          </a:xfrm>
        </p:grpSpPr>
        <p:sp>
          <p:nvSpPr>
            <p:cNvPr id="23" name="Google Shape;374;p15"/>
            <p:cNvSpPr/>
            <p:nvPr/>
          </p:nvSpPr>
          <p:spPr>
            <a:xfrm>
              <a:off x="7976160" y="11628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4" name="Google Shape;375;p15"/>
            <p:cNvGrpSpPr/>
            <p:nvPr/>
          </p:nvGrpSpPr>
          <p:grpSpPr>
            <a:xfrm>
              <a:off x="8325720" y="282960"/>
              <a:ext cx="281160" cy="319320"/>
              <a:chOff x="8325720" y="282960"/>
              <a:chExt cx="281160" cy="319320"/>
            </a:xfrm>
          </p:grpSpPr>
          <p:grpSp>
            <p:nvGrpSpPr>
              <p:cNvPr id="25" name="Google Shape;376;p15"/>
              <p:cNvGrpSpPr/>
              <p:nvPr/>
            </p:nvGrpSpPr>
            <p:grpSpPr>
              <a:xfrm>
                <a:off x="8325720" y="282960"/>
                <a:ext cx="281160" cy="319320"/>
                <a:chOff x="8325720" y="282960"/>
                <a:chExt cx="281160" cy="319320"/>
              </a:xfrm>
            </p:grpSpPr>
            <p:grpSp>
              <p:nvGrpSpPr>
                <p:cNvPr id="26" name="Google Shape;377;p15"/>
                <p:cNvGrpSpPr/>
                <p:nvPr/>
              </p:nvGrpSpPr>
              <p:grpSpPr>
                <a:xfrm>
                  <a:off x="8325720" y="481320"/>
                  <a:ext cx="281160" cy="120960"/>
                  <a:chOff x="8325720" y="481320"/>
                  <a:chExt cx="281160" cy="120960"/>
                </a:xfrm>
              </p:grpSpPr>
              <p:sp>
                <p:nvSpPr>
                  <p:cNvPr id="27" name="Google Shape;378;p15"/>
                  <p:cNvSpPr/>
                  <p:nvPr/>
                </p:nvSpPr>
                <p:spPr>
                  <a:xfrm>
                    <a:off x="8325720" y="50688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8" name="Google Shape;379;p15"/>
                  <p:cNvSpPr/>
                  <p:nvPr/>
                </p:nvSpPr>
                <p:spPr>
                  <a:xfrm>
                    <a:off x="8326080" y="48132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9" name="Google Shape;380;p15"/>
                <p:cNvGrpSpPr/>
                <p:nvPr/>
              </p:nvGrpSpPr>
              <p:grpSpPr>
                <a:xfrm>
                  <a:off x="8325720" y="381960"/>
                  <a:ext cx="281160" cy="120960"/>
                  <a:chOff x="8325720" y="381960"/>
                  <a:chExt cx="281160" cy="120960"/>
                </a:xfrm>
              </p:grpSpPr>
              <p:sp>
                <p:nvSpPr>
                  <p:cNvPr id="30" name="Google Shape;381;p15"/>
                  <p:cNvSpPr/>
                  <p:nvPr/>
                </p:nvSpPr>
                <p:spPr>
                  <a:xfrm>
                    <a:off x="8325720" y="407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" name="Google Shape;382;p15"/>
                  <p:cNvSpPr/>
                  <p:nvPr/>
                </p:nvSpPr>
                <p:spPr>
                  <a:xfrm>
                    <a:off x="8326080" y="381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2" name="Google Shape;383;p15"/>
                <p:cNvGrpSpPr/>
                <p:nvPr/>
              </p:nvGrpSpPr>
              <p:grpSpPr>
                <a:xfrm>
                  <a:off x="8325720" y="282960"/>
                  <a:ext cx="281160" cy="120960"/>
                  <a:chOff x="8325720" y="282960"/>
                  <a:chExt cx="281160" cy="120960"/>
                </a:xfrm>
              </p:grpSpPr>
              <p:sp>
                <p:nvSpPr>
                  <p:cNvPr id="33" name="Google Shape;384;p15"/>
                  <p:cNvSpPr/>
                  <p:nvPr/>
                </p:nvSpPr>
                <p:spPr>
                  <a:xfrm>
                    <a:off x="8325720" y="308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4" name="Google Shape;385;p15"/>
                  <p:cNvSpPr/>
                  <p:nvPr/>
                </p:nvSpPr>
                <p:spPr>
                  <a:xfrm>
                    <a:off x="8326080" y="282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35" name="Google Shape;386;p15"/>
              <p:cNvSpPr/>
              <p:nvPr/>
            </p:nvSpPr>
            <p:spPr>
              <a:xfrm>
                <a:off x="8539920" y="34596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387;p15"/>
              <p:cNvSpPr/>
              <p:nvPr/>
            </p:nvSpPr>
            <p:spPr>
              <a:xfrm>
                <a:off x="8539920" y="4435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388;p15"/>
              <p:cNvSpPr/>
              <p:nvPr/>
            </p:nvSpPr>
            <p:spPr>
              <a:xfrm>
                <a:off x="8539920" y="5450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" name="Google Shape;389;p15"/>
          <p:cNvGrpSpPr/>
          <p:nvPr/>
        </p:nvGrpSpPr>
        <p:grpSpPr>
          <a:xfrm>
            <a:off x="457560" y="4797720"/>
            <a:ext cx="217800" cy="15840"/>
            <a:chOff x="457560" y="4797720"/>
            <a:chExt cx="217800" cy="15840"/>
          </a:xfrm>
        </p:grpSpPr>
        <p:sp>
          <p:nvSpPr>
            <p:cNvPr id="39" name="Google Shape;390;p15"/>
            <p:cNvSpPr/>
            <p:nvPr/>
          </p:nvSpPr>
          <p:spPr>
            <a:xfrm rot="16200000" flipV="1">
              <a:off x="563400" y="4701240"/>
              <a:ext cx="5760" cy="20232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202320"/>
                <a:gd name="textAreaBottom" fmla="*/ 203040 h 2023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391;p15"/>
            <p:cNvSpPr/>
            <p:nvPr/>
          </p:nvSpPr>
          <p:spPr>
            <a:xfrm rot="16200000" flipV="1">
              <a:off x="45756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392;p15"/>
            <p:cNvSpPr/>
            <p:nvPr/>
          </p:nvSpPr>
          <p:spPr>
            <a:xfrm rot="16200000" flipV="1">
              <a:off x="65952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" name="Google Shape;393;p15"/>
          <p:cNvSpPr/>
          <p:nvPr/>
        </p:nvSpPr>
        <p:spPr>
          <a:xfrm rot="21067200">
            <a:off x="7984080" y="4422600"/>
            <a:ext cx="1660680" cy="1342800"/>
          </a:xfrm>
          <a:custGeom>
            <a:avLst/>
            <a:gdLst>
              <a:gd name="textAreaLeft" fmla="*/ 0 w 1660680"/>
              <a:gd name="textAreaRight" fmla="*/ 1661040 w 1660680"/>
              <a:gd name="textAreaTop" fmla="*/ 0 h 1342800"/>
              <a:gd name="textAreaBottom" fmla="*/ 1343160 h 1342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394;p15"/>
          <p:cNvSpPr/>
          <p:nvPr/>
        </p:nvSpPr>
        <p:spPr>
          <a:xfrm rot="16454400" flipH="1">
            <a:off x="-1234800" y="72000"/>
            <a:ext cx="2404080" cy="1318320"/>
          </a:xfrm>
          <a:custGeom>
            <a:avLst/>
            <a:gdLst>
              <a:gd name="textAreaLeft" fmla="*/ -360 w 2404080"/>
              <a:gd name="textAreaRight" fmla="*/ 240408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347920" y="9972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Google Shape;682;p22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Google Shape;683;p22"/>
          <p:cNvSpPr/>
          <p:nvPr/>
        </p:nvSpPr>
        <p:spPr>
          <a:xfrm rot="19107000" flipH="1">
            <a:off x="-1086480" y="-57024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Google Shape;684;p22"/>
          <p:cNvSpPr/>
          <p:nvPr/>
        </p:nvSpPr>
        <p:spPr>
          <a:xfrm rot="16548600" flipH="1">
            <a:off x="7227360" y="345132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Google Shape;685;p22"/>
          <p:cNvSpPr/>
          <p:nvPr/>
        </p:nvSpPr>
        <p:spPr>
          <a:xfrm rot="460800" flipH="1">
            <a:off x="178560" y="3742560"/>
            <a:ext cx="1359360" cy="1222200"/>
          </a:xfrm>
          <a:custGeom>
            <a:avLst/>
            <a:gdLst>
              <a:gd name="textAreaLeft" fmla="*/ 360 w 1359360"/>
              <a:gd name="textAreaRight" fmla="*/ 1360080 w 1359360"/>
              <a:gd name="textAreaTop" fmla="*/ 0 h 1222200"/>
              <a:gd name="textAreaBottom" fmla="*/ 1222560 h 1222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Google Shape;686;p22"/>
          <p:cNvSpPr/>
          <p:nvPr/>
        </p:nvSpPr>
        <p:spPr>
          <a:xfrm rot="460800" flipH="1">
            <a:off x="6682320" y="-207396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Google Shape;123;p6"/>
          <p:cNvSpPr/>
          <p:nvPr/>
        </p:nvSpPr>
        <p:spPr>
          <a:xfrm rot="12523200">
            <a:off x="85680" y="-754920"/>
            <a:ext cx="1683360" cy="1313640"/>
          </a:xfrm>
          <a:custGeom>
            <a:avLst/>
            <a:gdLst>
              <a:gd name="textAreaLeft" fmla="*/ 0 w 1683360"/>
              <a:gd name="textAreaRight" fmla="*/ 1683720 w 1683360"/>
              <a:gd name="textAreaTop" fmla="*/ 0 h 1313640"/>
              <a:gd name="textAreaBottom" fmla="*/ 1314000 h 131364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3" name="Google Shape;124;p6"/>
          <p:cNvGrpSpPr/>
          <p:nvPr/>
        </p:nvGrpSpPr>
        <p:grpSpPr>
          <a:xfrm>
            <a:off x="6779160" y="192960"/>
            <a:ext cx="2107800" cy="297000"/>
            <a:chOff x="6779160" y="192960"/>
            <a:chExt cx="2107800" cy="297000"/>
          </a:xfrm>
        </p:grpSpPr>
        <p:sp>
          <p:nvSpPr>
            <p:cNvPr id="54" name="Google Shape;125;p6"/>
            <p:cNvSpPr/>
            <p:nvPr/>
          </p:nvSpPr>
          <p:spPr>
            <a:xfrm>
              <a:off x="6779160" y="192960"/>
              <a:ext cx="2107800" cy="297000"/>
            </a:xfrm>
            <a:custGeom>
              <a:avLst/>
              <a:gdLst>
                <a:gd name="textAreaLeft" fmla="*/ 0 w 2107800"/>
                <a:gd name="textAreaRight" fmla="*/ 2108160 w 2107800"/>
                <a:gd name="textAreaTop" fmla="*/ 0 h 297000"/>
                <a:gd name="textAreaBottom" fmla="*/ 297360 h 297000"/>
              </a:gdLst>
              <a:ahLst/>
              <a:cxnLst/>
              <a:rect l="textAreaLeft" t="textAreaTop" r="textAreaRight" b="textAreaBottom"/>
              <a:pathLst>
                <a:path w="1633727" h="230504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26;p6"/>
            <p:cNvSpPr/>
            <p:nvPr/>
          </p:nvSpPr>
          <p:spPr>
            <a:xfrm>
              <a:off x="8611920" y="227160"/>
              <a:ext cx="214560" cy="21348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66485" h="165854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27;p6"/>
            <p:cNvSpPr/>
            <p:nvPr/>
          </p:nvSpPr>
          <p:spPr>
            <a:xfrm>
              <a:off x="8543160" y="224280"/>
              <a:ext cx="9360" cy="224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7620" h="174307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" name="Google Shape;128;p6"/>
          <p:cNvSpPr/>
          <p:nvPr/>
        </p:nvSpPr>
        <p:spPr>
          <a:xfrm rot="532800" flipH="1">
            <a:off x="-513720" y="4385160"/>
            <a:ext cx="1514520" cy="1224720"/>
          </a:xfrm>
          <a:custGeom>
            <a:avLst/>
            <a:gdLst>
              <a:gd name="textAreaLeft" fmla="*/ -360 w 1514520"/>
              <a:gd name="textAreaRight" fmla="*/ 1514520 w 151452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8" name="Google Shape;129;p6"/>
          <p:cNvGrpSpPr/>
          <p:nvPr/>
        </p:nvGrpSpPr>
        <p:grpSpPr>
          <a:xfrm>
            <a:off x="-148680" y="4544280"/>
            <a:ext cx="783720" cy="583920"/>
            <a:chOff x="-148680" y="4544280"/>
            <a:chExt cx="783720" cy="583920"/>
          </a:xfrm>
        </p:grpSpPr>
        <p:grpSp>
          <p:nvGrpSpPr>
            <p:cNvPr id="59" name="Google Shape;130;p6"/>
            <p:cNvGrpSpPr/>
            <p:nvPr/>
          </p:nvGrpSpPr>
          <p:grpSpPr>
            <a:xfrm>
              <a:off x="-148680" y="4544280"/>
              <a:ext cx="783720" cy="583920"/>
              <a:chOff x="-148680" y="4544280"/>
              <a:chExt cx="783720" cy="583920"/>
            </a:xfrm>
          </p:grpSpPr>
          <p:sp>
            <p:nvSpPr>
              <p:cNvPr id="60" name="Google Shape;131;p6"/>
              <p:cNvSpPr/>
              <p:nvPr/>
            </p:nvSpPr>
            <p:spPr>
              <a:xfrm>
                <a:off x="25920" y="454428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132;p6"/>
              <p:cNvSpPr/>
              <p:nvPr/>
            </p:nvSpPr>
            <p:spPr>
              <a:xfrm>
                <a:off x="-61560" y="463140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5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133;p6"/>
              <p:cNvSpPr/>
              <p:nvPr/>
            </p:nvSpPr>
            <p:spPr>
              <a:xfrm>
                <a:off x="-148680" y="471852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3" name="Google Shape;134;p6"/>
            <p:cNvSpPr/>
            <p:nvPr/>
          </p:nvSpPr>
          <p:spPr>
            <a:xfrm>
              <a:off x="1080" y="4886280"/>
              <a:ext cx="304920" cy="1393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222980" h="101917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135;p6"/>
          <p:cNvSpPr/>
          <p:nvPr/>
        </p:nvSpPr>
        <p:spPr>
          <a:xfrm rot="5844000">
            <a:off x="8030880" y="2339280"/>
            <a:ext cx="2404080" cy="1318320"/>
          </a:xfrm>
          <a:custGeom>
            <a:avLst/>
            <a:gdLst>
              <a:gd name="textAreaLeft" fmla="*/ 0 w 2404080"/>
              <a:gd name="textAreaRight" fmla="*/ 240444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754;p28"/>
          <p:cNvSpPr/>
          <p:nvPr/>
        </p:nvSpPr>
        <p:spPr>
          <a:xfrm rot="1053600">
            <a:off x="4909680" y="420840"/>
            <a:ext cx="4314600" cy="4418280"/>
          </a:xfrm>
          <a:custGeom>
            <a:avLst/>
            <a:gdLst>
              <a:gd name="textAreaLeft" fmla="*/ 0 w 4314600"/>
              <a:gd name="textAreaRight" fmla="*/ 4314960 w 4314600"/>
              <a:gd name="textAreaTop" fmla="*/ 0 h 4418280"/>
              <a:gd name="textAreaBottom" fmla="*/ 4418640 h 441828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7" name="Google Shape;757;p28"/>
          <p:cNvGrpSpPr/>
          <p:nvPr/>
        </p:nvGrpSpPr>
        <p:grpSpPr>
          <a:xfrm>
            <a:off x="5165280" y="656280"/>
            <a:ext cx="3840480" cy="3830760"/>
            <a:chOff x="5165280" y="656280"/>
            <a:chExt cx="3840480" cy="3830760"/>
          </a:xfrm>
        </p:grpSpPr>
        <p:grpSp>
          <p:nvGrpSpPr>
            <p:cNvPr id="68" name="Google Shape;758;p28"/>
            <p:cNvGrpSpPr/>
            <p:nvPr/>
          </p:nvGrpSpPr>
          <p:grpSpPr>
            <a:xfrm>
              <a:off x="5631840" y="1764000"/>
              <a:ext cx="2961360" cy="1992600"/>
              <a:chOff x="5631840" y="1764000"/>
              <a:chExt cx="2961360" cy="1992600"/>
            </a:xfrm>
          </p:grpSpPr>
          <p:grpSp>
            <p:nvGrpSpPr>
              <p:cNvPr id="69" name="Google Shape;759;p28"/>
              <p:cNvGrpSpPr/>
              <p:nvPr/>
            </p:nvGrpSpPr>
            <p:grpSpPr>
              <a:xfrm>
                <a:off x="6590880" y="3396600"/>
                <a:ext cx="1042920" cy="360000"/>
                <a:chOff x="6590880" y="3396600"/>
                <a:chExt cx="1042920" cy="360000"/>
              </a:xfrm>
            </p:grpSpPr>
            <p:sp>
              <p:nvSpPr>
                <p:cNvPr id="70" name="Google Shape;760;p28"/>
                <p:cNvSpPr/>
                <p:nvPr/>
              </p:nvSpPr>
              <p:spPr>
                <a:xfrm>
                  <a:off x="6894360" y="3396600"/>
                  <a:ext cx="435600" cy="320040"/>
                </a:xfrm>
                <a:custGeom>
                  <a:avLst/>
                  <a:gdLst>
                    <a:gd name="textAreaLeft" fmla="*/ 0 w 435600"/>
                    <a:gd name="textAreaRight" fmla="*/ 435960 w 435600"/>
                    <a:gd name="textAreaTop" fmla="*/ 0 h 320040"/>
                    <a:gd name="textAreaBottom" fmla="*/ 320400 h 320040"/>
                  </a:gdLst>
                  <a:ahLst/>
                  <a:cxnLst/>
                  <a:rect l="textAreaLeft" t="textAreaTop" r="textAreaRight" b="textAreaBottom"/>
                  <a:pathLst>
                    <a:path w="396621" h="291274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761;p28"/>
                <p:cNvSpPr/>
                <p:nvPr/>
              </p:nvSpPr>
              <p:spPr>
                <a:xfrm>
                  <a:off x="6894360" y="3396600"/>
                  <a:ext cx="154080" cy="64440"/>
                </a:xfrm>
                <a:custGeom>
                  <a:avLst/>
                  <a:gdLst>
                    <a:gd name="textAreaLeft" fmla="*/ 0 w 154080"/>
                    <a:gd name="textAreaRight" fmla="*/ 154440 w 154080"/>
                    <a:gd name="textAreaTop" fmla="*/ 0 h 64440"/>
                    <a:gd name="textAreaBottom" fmla="*/ 64800 h 64440"/>
                  </a:gdLst>
                  <a:ahLst/>
                  <a:cxnLst/>
                  <a:rect l="textAreaLeft" t="textAreaTop" r="textAreaRight" b="textAreaBottom"/>
                  <a:pathLst>
                    <a:path w="140303" h="59054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2400" bIns="32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" name="Google Shape;762;p28"/>
                <p:cNvSpPr/>
                <p:nvPr/>
              </p:nvSpPr>
              <p:spPr>
                <a:xfrm>
                  <a:off x="7176600" y="3396600"/>
                  <a:ext cx="153720" cy="96840"/>
                </a:xfrm>
                <a:custGeom>
                  <a:avLst/>
                  <a:gdLst>
                    <a:gd name="textAreaLeft" fmla="*/ 0 w 153720"/>
                    <a:gd name="textAreaRight" fmla="*/ 154080 w 153720"/>
                    <a:gd name="textAreaTop" fmla="*/ 0 h 96840"/>
                    <a:gd name="textAreaBottom" fmla="*/ 97200 h 96840"/>
                  </a:gdLst>
                  <a:ahLst/>
                  <a:cxnLst/>
                  <a:rect l="textAreaLeft" t="textAreaTop" r="textAreaRight" b="textAreaBottom"/>
                  <a:pathLst>
                    <a:path w="140207" h="88391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" name="Google Shape;763;p28"/>
                <p:cNvSpPr/>
                <p:nvPr/>
              </p:nvSpPr>
              <p:spPr>
                <a:xfrm>
                  <a:off x="6590880" y="3713400"/>
                  <a:ext cx="1042920" cy="43200"/>
                </a:xfrm>
                <a:custGeom>
                  <a:avLst/>
                  <a:gdLst>
                    <a:gd name="textAreaLeft" fmla="*/ 0 w 1042920"/>
                    <a:gd name="textAreaRight" fmla="*/ 1043280 w 1042920"/>
                    <a:gd name="textAreaTop" fmla="*/ 0 h 43200"/>
                    <a:gd name="textAreaBottom" fmla="*/ 43560 h 43200"/>
                  </a:gdLst>
                  <a:ahLst/>
                  <a:cxnLst/>
                  <a:rect l="textAreaLeft" t="textAreaTop" r="textAreaRight" b="textAreaBottom"/>
                  <a:pathLst>
                    <a:path w="948880" h="39528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600" bIns="21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74" name="Google Shape;764;p28"/>
              <p:cNvSpPr/>
              <p:nvPr/>
            </p:nvSpPr>
            <p:spPr>
              <a:xfrm>
                <a:off x="5631840" y="1764000"/>
                <a:ext cx="2961360" cy="1668240"/>
              </a:xfrm>
              <a:custGeom>
                <a:avLst/>
                <a:gdLst>
                  <a:gd name="textAreaLeft" fmla="*/ 0 w 2961360"/>
                  <a:gd name="textAreaRight" fmla="*/ 2961720 w 2961360"/>
                  <a:gd name="textAreaTop" fmla="*/ 0 h 1668240"/>
                  <a:gd name="textAreaBottom" fmla="*/ 1668600 h 1668240"/>
                </a:gdLst>
                <a:ahLst/>
                <a:cxnLst/>
                <a:rect l="textAreaLeft" t="textAreaTop" r="textAreaRight" b="textAreaBottom"/>
                <a:pathLst>
                  <a:path w="2693384" h="1517428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765;p28"/>
              <p:cNvSpPr/>
              <p:nvPr/>
            </p:nvSpPr>
            <p:spPr>
              <a:xfrm>
                <a:off x="5631840" y="1912680"/>
                <a:ext cx="2961360" cy="1344600"/>
              </a:xfrm>
              <a:custGeom>
                <a:avLst/>
                <a:gdLst>
                  <a:gd name="textAreaLeft" fmla="*/ 0 w 2961360"/>
                  <a:gd name="textAreaRight" fmla="*/ 2961720 w 2961360"/>
                  <a:gd name="textAreaTop" fmla="*/ 0 h 1344600"/>
                  <a:gd name="textAreaBottom" fmla="*/ 1344960 h 1344600"/>
                </a:gdLst>
                <a:ahLst/>
                <a:cxnLst/>
                <a:rect l="textAreaLeft" t="textAreaTop" r="textAreaRight" b="textAreaBottom"/>
                <a:pathLst>
                  <a:path w="2693384" h="1223295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766;p28"/>
              <p:cNvSpPr/>
              <p:nvPr/>
            </p:nvSpPr>
            <p:spPr>
              <a:xfrm>
                <a:off x="7070760" y="3302280"/>
                <a:ext cx="83160" cy="83160"/>
              </a:xfrm>
              <a:custGeom>
                <a:avLst/>
                <a:gdLst>
                  <a:gd name="textAreaLeft" fmla="*/ 0 w 83160"/>
                  <a:gd name="textAreaRight" fmla="*/ 83520 w 83160"/>
                  <a:gd name="textAreaTop" fmla="*/ 0 h 83160"/>
                  <a:gd name="textAreaBottom" fmla="*/ 83520 h 83160"/>
                </a:gdLst>
                <a:ahLst/>
                <a:cxnLst/>
                <a:rect l="textAreaLeft" t="textAreaTop" r="textAreaRight" b="textAreaBottom"/>
                <a:pathLst>
                  <a:path w="76009" h="76009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760" bIns="41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767;p28"/>
            <p:cNvGrpSpPr/>
            <p:nvPr/>
          </p:nvGrpSpPr>
          <p:grpSpPr>
            <a:xfrm>
              <a:off x="6285600" y="656280"/>
              <a:ext cx="1654200" cy="835560"/>
              <a:chOff x="6285600" y="656280"/>
              <a:chExt cx="1654200" cy="835560"/>
            </a:xfrm>
          </p:grpSpPr>
          <p:sp>
            <p:nvSpPr>
              <p:cNvPr id="78" name="Google Shape;768;p28"/>
              <p:cNvSpPr/>
              <p:nvPr/>
            </p:nvSpPr>
            <p:spPr>
              <a:xfrm>
                <a:off x="6285600" y="656280"/>
                <a:ext cx="1654200" cy="835560"/>
              </a:xfrm>
              <a:custGeom>
                <a:avLst/>
                <a:gdLst>
                  <a:gd name="textAreaLeft" fmla="*/ 0 w 1654200"/>
                  <a:gd name="textAreaRight" fmla="*/ 1654560 w 1654200"/>
                  <a:gd name="textAreaTop" fmla="*/ 0 h 835560"/>
                  <a:gd name="textAreaBottom" fmla="*/ 835920 h 835560"/>
                </a:gdLst>
                <a:ahLst/>
                <a:cxnLst/>
                <a:rect l="textAreaLeft" t="textAreaTop" r="textAreaRight" b="textAreaBottom"/>
                <a:pathLst>
                  <a:path w="1504568" h="76019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769;p28"/>
              <p:cNvSpPr/>
              <p:nvPr/>
            </p:nvSpPr>
            <p:spPr>
              <a:xfrm>
                <a:off x="6285600" y="712440"/>
                <a:ext cx="1014120" cy="779400"/>
              </a:xfrm>
              <a:custGeom>
                <a:avLst/>
                <a:gdLst>
                  <a:gd name="textAreaLeft" fmla="*/ 0 w 1014120"/>
                  <a:gd name="textAreaRight" fmla="*/ 1014480 w 1014120"/>
                  <a:gd name="textAreaTop" fmla="*/ 0 h 779400"/>
                  <a:gd name="textAreaBottom" fmla="*/ 779760 h 779400"/>
                </a:gdLst>
                <a:ahLst/>
                <a:cxnLst/>
                <a:rect l="textAreaLeft" t="textAreaTop" r="textAreaRight" b="textAreaBottom"/>
                <a:pathLst>
                  <a:path w="922591" h="709136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0" name="Google Shape;770;p28"/>
            <p:cNvGrpSpPr/>
            <p:nvPr/>
          </p:nvGrpSpPr>
          <p:grpSpPr>
            <a:xfrm>
              <a:off x="8276760" y="1328040"/>
              <a:ext cx="387720" cy="272880"/>
              <a:chOff x="8276760" y="1328040"/>
              <a:chExt cx="387720" cy="272880"/>
            </a:xfrm>
          </p:grpSpPr>
          <p:sp>
            <p:nvSpPr>
              <p:cNvPr id="81" name="Google Shape;771;p28"/>
              <p:cNvSpPr/>
              <p:nvPr/>
            </p:nvSpPr>
            <p:spPr>
              <a:xfrm>
                <a:off x="8276760" y="1328040"/>
                <a:ext cx="387720" cy="272880"/>
              </a:xfrm>
              <a:custGeom>
                <a:avLst/>
                <a:gdLst>
                  <a:gd name="textAreaLeft" fmla="*/ 0 w 387720"/>
                  <a:gd name="textAreaRight" fmla="*/ 388080 w 387720"/>
                  <a:gd name="textAreaTop" fmla="*/ 0 h 272880"/>
                  <a:gd name="textAreaBottom" fmla="*/ 273240 h 272880"/>
                </a:gdLst>
                <a:ahLst/>
                <a:cxnLst/>
                <a:rect l="textAreaLeft" t="textAreaTop" r="textAreaRight" b="textAreaBottom"/>
                <a:pathLst>
                  <a:path w="352805" h="248507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772;p28"/>
              <p:cNvSpPr/>
              <p:nvPr/>
            </p:nvSpPr>
            <p:spPr>
              <a:xfrm>
                <a:off x="8350200" y="1395720"/>
                <a:ext cx="240840" cy="64440"/>
              </a:xfrm>
              <a:custGeom>
                <a:avLst/>
                <a:gdLst>
                  <a:gd name="textAreaLeft" fmla="*/ 0 w 240840"/>
                  <a:gd name="textAreaRight" fmla="*/ 241200 w 240840"/>
                  <a:gd name="textAreaTop" fmla="*/ 0 h 64440"/>
                  <a:gd name="textAreaBottom" fmla="*/ 64800 h 64440"/>
                </a:gdLst>
                <a:ahLst/>
                <a:cxnLst/>
                <a:rect l="textAreaLeft" t="textAreaTop" r="textAreaRight" b="textAreaBottom"/>
                <a:pathLst>
                  <a:path w="219455" h="59054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83" name="Google Shape;773;p28"/>
            <p:cNvSpPr/>
            <p:nvPr/>
          </p:nvSpPr>
          <p:spPr>
            <a:xfrm>
              <a:off x="7148880" y="1542960"/>
              <a:ext cx="10080" cy="43236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432360"/>
                <a:gd name="textAreaBottom" fmla="*/ 432720 h 432360"/>
              </a:gdLst>
              <a:ahLst/>
              <a:cxnLst/>
              <a:rect l="textAreaLeft" t="textAreaTop" r="textAreaRight" b="textAreaBottom"/>
              <a:pathLst>
                <a:path w="9525" h="392525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4" name="Google Shape;774;p28"/>
            <p:cNvGrpSpPr/>
            <p:nvPr/>
          </p:nvGrpSpPr>
          <p:grpSpPr>
            <a:xfrm>
              <a:off x="5483160" y="2415600"/>
              <a:ext cx="27000" cy="532080"/>
              <a:chOff x="5483160" y="2415600"/>
              <a:chExt cx="27000" cy="532080"/>
            </a:xfrm>
          </p:grpSpPr>
          <p:sp>
            <p:nvSpPr>
              <p:cNvPr id="85" name="Google Shape;775;p28"/>
              <p:cNvSpPr/>
              <p:nvPr/>
            </p:nvSpPr>
            <p:spPr>
              <a:xfrm>
                <a:off x="5496840" y="2428200"/>
                <a:ext cx="10080" cy="506160"/>
              </a:xfrm>
              <a:custGeom>
                <a:avLst/>
                <a:gdLst>
                  <a:gd name="textAreaLeft" fmla="*/ 0 w 10080"/>
                  <a:gd name="textAreaRight" fmla="*/ 10440 w 10080"/>
                  <a:gd name="textAreaTop" fmla="*/ 0 h 506160"/>
                  <a:gd name="textAreaBottom" fmla="*/ 506520 h 506160"/>
                </a:gdLst>
                <a:ahLst/>
                <a:cxnLst/>
                <a:rect l="textAreaLeft" t="textAreaTop" r="textAreaRight" b="textAreaBottom"/>
                <a:pathLst>
                  <a:path w="9525" h="460724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>
                <a:solidFill>
                  <a:srgbClr val="6F7082"/>
                </a:solidFill>
                <a:prstDash val="dashDot"/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776;p28"/>
              <p:cNvSpPr/>
              <p:nvPr/>
            </p:nvSpPr>
            <p:spPr>
              <a:xfrm>
                <a:off x="5483160" y="292068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5" h="24765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777;p28"/>
              <p:cNvSpPr/>
              <p:nvPr/>
            </p:nvSpPr>
            <p:spPr>
              <a:xfrm>
                <a:off x="5483160" y="241560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5" h="24765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8" name="Google Shape;778;p28"/>
            <p:cNvGrpSpPr/>
            <p:nvPr/>
          </p:nvGrpSpPr>
          <p:grpSpPr>
            <a:xfrm>
              <a:off x="5643360" y="2277360"/>
              <a:ext cx="749160" cy="303480"/>
              <a:chOff x="5643360" y="2277360"/>
              <a:chExt cx="749160" cy="303480"/>
            </a:xfrm>
          </p:grpSpPr>
          <p:sp>
            <p:nvSpPr>
              <p:cNvPr id="89" name="Google Shape;779;p28"/>
              <p:cNvSpPr/>
              <p:nvPr/>
            </p:nvSpPr>
            <p:spPr>
              <a:xfrm>
                <a:off x="5656320" y="2290320"/>
                <a:ext cx="722880" cy="276840"/>
              </a:xfrm>
              <a:custGeom>
                <a:avLst/>
                <a:gdLst>
                  <a:gd name="textAreaLeft" fmla="*/ 0 w 722880"/>
                  <a:gd name="textAreaRight" fmla="*/ 723240 w 722880"/>
                  <a:gd name="textAreaTop" fmla="*/ 0 h 276840"/>
                  <a:gd name="textAreaBottom" fmla="*/ 277200 h 276840"/>
                </a:gdLst>
                <a:ahLst/>
                <a:cxnLst/>
                <a:rect l="textAreaLeft" t="textAreaTop" r="textAreaRight" b="textAreaBottom"/>
                <a:pathLst>
                  <a:path w="657796" h="251936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>
                <a:solidFill>
                  <a:srgbClr val="6F7082"/>
                </a:solidFill>
                <a:prstDash val="dashDot"/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780;p28"/>
              <p:cNvSpPr/>
              <p:nvPr/>
            </p:nvSpPr>
            <p:spPr>
              <a:xfrm>
                <a:off x="5643360" y="227736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812" h="24812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781;p28"/>
              <p:cNvSpPr/>
              <p:nvPr/>
            </p:nvSpPr>
            <p:spPr>
              <a:xfrm>
                <a:off x="6365520" y="255384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5" h="24764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782;p28"/>
            <p:cNvGrpSpPr/>
            <p:nvPr/>
          </p:nvGrpSpPr>
          <p:grpSpPr>
            <a:xfrm>
              <a:off x="8163000" y="4028040"/>
              <a:ext cx="201960" cy="355320"/>
              <a:chOff x="8163000" y="4028040"/>
              <a:chExt cx="201960" cy="355320"/>
            </a:xfrm>
          </p:grpSpPr>
          <p:sp>
            <p:nvSpPr>
              <p:cNvPr id="93" name="Google Shape;783;p28"/>
              <p:cNvSpPr/>
              <p:nvPr/>
            </p:nvSpPr>
            <p:spPr>
              <a:xfrm>
                <a:off x="8163000" y="4028040"/>
                <a:ext cx="201960" cy="355320"/>
              </a:xfrm>
              <a:custGeom>
                <a:avLst/>
                <a:gdLst>
                  <a:gd name="textAreaLeft" fmla="*/ 0 w 201960"/>
                  <a:gd name="textAreaRight" fmla="*/ 202320 w 201960"/>
                  <a:gd name="textAreaTop" fmla="*/ 0 h 355320"/>
                  <a:gd name="textAreaBottom" fmla="*/ 355680 h 355320"/>
                </a:gdLst>
                <a:ahLst/>
                <a:cxnLst/>
                <a:rect l="textAreaLeft" t="textAreaTop" r="textAreaRight" b="textAreaBottom"/>
                <a:pathLst>
                  <a:path w="183832" h="323468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784;p28"/>
              <p:cNvSpPr/>
              <p:nvPr/>
            </p:nvSpPr>
            <p:spPr>
              <a:xfrm>
                <a:off x="8258040" y="4058640"/>
                <a:ext cx="12240" cy="5904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11430" h="54101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5" name="Google Shape;785;p28"/>
            <p:cNvGrpSpPr/>
            <p:nvPr/>
          </p:nvGrpSpPr>
          <p:grpSpPr>
            <a:xfrm>
              <a:off x="6427800" y="3923280"/>
              <a:ext cx="1533600" cy="563760"/>
              <a:chOff x="6427800" y="3923280"/>
              <a:chExt cx="1533600" cy="563760"/>
            </a:xfrm>
          </p:grpSpPr>
          <p:sp>
            <p:nvSpPr>
              <p:cNvPr id="96" name="Google Shape;786;p28"/>
              <p:cNvSpPr/>
              <p:nvPr/>
            </p:nvSpPr>
            <p:spPr>
              <a:xfrm>
                <a:off x="6427800" y="3923280"/>
                <a:ext cx="1533600" cy="563760"/>
              </a:xfrm>
              <a:custGeom>
                <a:avLst/>
                <a:gdLst>
                  <a:gd name="textAreaLeft" fmla="*/ 0 w 1533600"/>
                  <a:gd name="textAreaRight" fmla="*/ 1533960 w 1533600"/>
                  <a:gd name="textAreaTop" fmla="*/ 0 h 563760"/>
                  <a:gd name="textAreaBottom" fmla="*/ 564120 h 563760"/>
                </a:gdLst>
                <a:ahLst/>
                <a:cxnLst/>
                <a:rect l="textAreaLeft" t="textAreaTop" r="textAreaRight" b="textAreaBottom"/>
                <a:pathLst>
                  <a:path w="1396269" h="513492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787;p28"/>
              <p:cNvSpPr/>
              <p:nvPr/>
            </p:nvSpPr>
            <p:spPr>
              <a:xfrm>
                <a:off x="6567480" y="3963600"/>
                <a:ext cx="84600" cy="8460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4600"/>
                  <a:gd name="textAreaBottom" fmla="*/ 84960 h 84600"/>
                </a:gdLst>
                <a:ahLst/>
                <a:cxnLst/>
                <a:rect l="textAreaLeft" t="textAreaTop" r="textAreaRight" b="textAreaBottom"/>
                <a:pathLst>
                  <a:path w="77247" h="77247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8" name="Google Shape;788;p28"/>
              <p:cNvGrpSpPr/>
              <p:nvPr/>
            </p:nvGrpSpPr>
            <p:grpSpPr>
              <a:xfrm>
                <a:off x="6744600" y="3963960"/>
                <a:ext cx="477720" cy="84600"/>
                <a:chOff x="6744600" y="3963960"/>
                <a:chExt cx="477720" cy="84600"/>
              </a:xfrm>
            </p:grpSpPr>
            <p:sp>
              <p:nvSpPr>
                <p:cNvPr id="99" name="Google Shape;789;p28"/>
                <p:cNvSpPr/>
                <p:nvPr/>
              </p:nvSpPr>
              <p:spPr>
                <a:xfrm>
                  <a:off x="674460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" name="Google Shape;790;p28"/>
                <p:cNvSpPr/>
                <p:nvPr/>
              </p:nvSpPr>
              <p:spPr>
                <a:xfrm>
                  <a:off x="684288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791;p28"/>
                <p:cNvSpPr/>
                <p:nvPr/>
              </p:nvSpPr>
              <p:spPr>
                <a:xfrm>
                  <a:off x="694116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792;p28"/>
                <p:cNvSpPr/>
                <p:nvPr/>
              </p:nvSpPr>
              <p:spPr>
                <a:xfrm>
                  <a:off x="703944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" name="Google Shape;793;p28"/>
                <p:cNvSpPr/>
                <p:nvPr/>
              </p:nvSpPr>
              <p:spPr>
                <a:xfrm>
                  <a:off x="713772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" name="Google Shape;794;p28"/>
              <p:cNvGrpSpPr/>
              <p:nvPr/>
            </p:nvGrpSpPr>
            <p:grpSpPr>
              <a:xfrm>
                <a:off x="7329960" y="3963960"/>
                <a:ext cx="478080" cy="84600"/>
                <a:chOff x="7329960" y="3963960"/>
                <a:chExt cx="478080" cy="84600"/>
              </a:xfrm>
            </p:grpSpPr>
            <p:sp>
              <p:nvSpPr>
                <p:cNvPr id="105" name="Google Shape;795;p28"/>
                <p:cNvSpPr/>
                <p:nvPr/>
              </p:nvSpPr>
              <p:spPr>
                <a:xfrm>
                  <a:off x="732996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796;p28"/>
                <p:cNvSpPr/>
                <p:nvPr/>
              </p:nvSpPr>
              <p:spPr>
                <a:xfrm>
                  <a:off x="742824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797;p28"/>
                <p:cNvSpPr/>
                <p:nvPr/>
              </p:nvSpPr>
              <p:spPr>
                <a:xfrm>
                  <a:off x="752652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" name="Google Shape;798;p28"/>
                <p:cNvSpPr/>
                <p:nvPr/>
              </p:nvSpPr>
              <p:spPr>
                <a:xfrm>
                  <a:off x="762516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" name="Google Shape;799;p28"/>
                <p:cNvSpPr/>
                <p:nvPr/>
              </p:nvSpPr>
              <p:spPr>
                <a:xfrm>
                  <a:off x="7723440" y="3963960"/>
                  <a:ext cx="84600" cy="8460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84600"/>
                    <a:gd name="textAreaBottom" fmla="*/ 84960 h 84600"/>
                  </a:gdLst>
                  <a:ahLst/>
                  <a:cxnLst/>
                  <a:rect l="textAreaLeft" t="textAreaTop" r="textAreaRight" b="textAreaBottom"/>
                  <a:pathLst>
                    <a:path w="77247" h="77247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2480" bIns="42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0" name="Google Shape;800;p28"/>
              <p:cNvGrpSpPr/>
              <p:nvPr/>
            </p:nvGrpSpPr>
            <p:grpSpPr>
              <a:xfrm>
                <a:off x="6465240" y="4095000"/>
                <a:ext cx="1462680" cy="86040"/>
                <a:chOff x="6465240" y="4095000"/>
                <a:chExt cx="1462680" cy="86040"/>
              </a:xfrm>
            </p:grpSpPr>
            <p:sp>
              <p:nvSpPr>
                <p:cNvPr id="111" name="Google Shape;801;p28"/>
                <p:cNvSpPr/>
                <p:nvPr/>
              </p:nvSpPr>
              <p:spPr>
                <a:xfrm>
                  <a:off x="646524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2" name="Google Shape;802;p28"/>
                <p:cNvSpPr/>
                <p:nvPr/>
              </p:nvSpPr>
              <p:spPr>
                <a:xfrm>
                  <a:off x="657972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3" name="Google Shape;803;p28"/>
                <p:cNvSpPr/>
                <p:nvPr/>
              </p:nvSpPr>
              <p:spPr>
                <a:xfrm>
                  <a:off x="669456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4" name="Google Shape;804;p28"/>
                <p:cNvSpPr/>
                <p:nvPr/>
              </p:nvSpPr>
              <p:spPr>
                <a:xfrm>
                  <a:off x="680940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5" name="Google Shape;805;p28"/>
                <p:cNvSpPr/>
                <p:nvPr/>
              </p:nvSpPr>
              <p:spPr>
                <a:xfrm>
                  <a:off x="692388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6" name="Google Shape;806;p28"/>
                <p:cNvSpPr/>
                <p:nvPr/>
              </p:nvSpPr>
              <p:spPr>
                <a:xfrm>
                  <a:off x="703872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" name="Google Shape;807;p28"/>
                <p:cNvSpPr/>
                <p:nvPr/>
              </p:nvSpPr>
              <p:spPr>
                <a:xfrm>
                  <a:off x="715356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" name="Google Shape;808;p28"/>
                <p:cNvSpPr/>
                <p:nvPr/>
              </p:nvSpPr>
              <p:spPr>
                <a:xfrm>
                  <a:off x="726804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" name="Google Shape;809;p28"/>
                <p:cNvSpPr/>
                <p:nvPr/>
              </p:nvSpPr>
              <p:spPr>
                <a:xfrm>
                  <a:off x="738288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" name="Google Shape;810;p28"/>
                <p:cNvSpPr/>
                <p:nvPr/>
              </p:nvSpPr>
              <p:spPr>
                <a:xfrm>
                  <a:off x="749772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" name="Google Shape;811;p28"/>
                <p:cNvSpPr/>
                <p:nvPr/>
              </p:nvSpPr>
              <p:spPr>
                <a:xfrm>
                  <a:off x="761220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" name="Google Shape;812;p28"/>
                <p:cNvSpPr/>
                <p:nvPr/>
              </p:nvSpPr>
              <p:spPr>
                <a:xfrm>
                  <a:off x="772704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" name="Google Shape;813;p28"/>
                <p:cNvSpPr/>
                <p:nvPr/>
              </p:nvSpPr>
              <p:spPr>
                <a:xfrm>
                  <a:off x="7841880" y="409500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4" name="Google Shape;814;p28"/>
              <p:cNvGrpSpPr/>
              <p:nvPr/>
            </p:nvGrpSpPr>
            <p:grpSpPr>
              <a:xfrm>
                <a:off x="6465240" y="4309560"/>
                <a:ext cx="1462680" cy="86040"/>
                <a:chOff x="6465240" y="4309560"/>
                <a:chExt cx="1462680" cy="86040"/>
              </a:xfrm>
            </p:grpSpPr>
            <p:sp>
              <p:nvSpPr>
                <p:cNvPr id="125" name="Google Shape;815;p28"/>
                <p:cNvSpPr/>
                <p:nvPr/>
              </p:nvSpPr>
              <p:spPr>
                <a:xfrm>
                  <a:off x="646524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" name="Google Shape;816;p28"/>
                <p:cNvSpPr/>
                <p:nvPr/>
              </p:nvSpPr>
              <p:spPr>
                <a:xfrm>
                  <a:off x="657972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" name="Google Shape;817;p28"/>
                <p:cNvSpPr/>
                <p:nvPr/>
              </p:nvSpPr>
              <p:spPr>
                <a:xfrm>
                  <a:off x="6694560" y="4309560"/>
                  <a:ext cx="546480" cy="86040"/>
                </a:xfrm>
                <a:custGeom>
                  <a:avLst/>
                  <a:gdLst>
                    <a:gd name="textAreaLeft" fmla="*/ 0 w 546480"/>
                    <a:gd name="textAreaRight" fmla="*/ 546840 w 54648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497300" h="78581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" name="Google Shape;818;p28"/>
                <p:cNvSpPr/>
                <p:nvPr/>
              </p:nvSpPr>
              <p:spPr>
                <a:xfrm>
                  <a:off x="726804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" name="Google Shape;819;p28"/>
                <p:cNvSpPr/>
                <p:nvPr/>
              </p:nvSpPr>
              <p:spPr>
                <a:xfrm>
                  <a:off x="738288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" name="Google Shape;820;p28"/>
                <p:cNvSpPr/>
                <p:nvPr/>
              </p:nvSpPr>
              <p:spPr>
                <a:xfrm>
                  <a:off x="749772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" name="Google Shape;821;p28"/>
                <p:cNvSpPr/>
                <p:nvPr/>
              </p:nvSpPr>
              <p:spPr>
                <a:xfrm>
                  <a:off x="761220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" name="Google Shape;822;p28"/>
                <p:cNvSpPr/>
                <p:nvPr/>
              </p:nvSpPr>
              <p:spPr>
                <a:xfrm>
                  <a:off x="772704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" name="Google Shape;823;p28"/>
                <p:cNvSpPr/>
                <p:nvPr/>
              </p:nvSpPr>
              <p:spPr>
                <a:xfrm>
                  <a:off x="7841880" y="430956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4" name="Google Shape;824;p28"/>
              <p:cNvGrpSpPr/>
              <p:nvPr/>
            </p:nvGrpSpPr>
            <p:grpSpPr>
              <a:xfrm>
                <a:off x="6520320" y="4204080"/>
                <a:ext cx="1347840" cy="86040"/>
                <a:chOff x="6520320" y="4204080"/>
                <a:chExt cx="1347840" cy="86040"/>
              </a:xfrm>
            </p:grpSpPr>
            <p:sp>
              <p:nvSpPr>
                <p:cNvPr id="135" name="Google Shape;825;p28"/>
                <p:cNvSpPr/>
                <p:nvPr/>
              </p:nvSpPr>
              <p:spPr>
                <a:xfrm>
                  <a:off x="652032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" name="Google Shape;826;p28"/>
                <p:cNvSpPr/>
                <p:nvPr/>
              </p:nvSpPr>
              <p:spPr>
                <a:xfrm>
                  <a:off x="663480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" name="Google Shape;827;p28"/>
                <p:cNvSpPr/>
                <p:nvPr/>
              </p:nvSpPr>
              <p:spPr>
                <a:xfrm>
                  <a:off x="674964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" name="Google Shape;828;p28"/>
                <p:cNvSpPr/>
                <p:nvPr/>
              </p:nvSpPr>
              <p:spPr>
                <a:xfrm>
                  <a:off x="686448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" name="Google Shape;829;p28"/>
                <p:cNvSpPr/>
                <p:nvPr/>
              </p:nvSpPr>
              <p:spPr>
                <a:xfrm>
                  <a:off x="697896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" name="Google Shape;830;p28"/>
                <p:cNvSpPr/>
                <p:nvPr/>
              </p:nvSpPr>
              <p:spPr>
                <a:xfrm>
                  <a:off x="709380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" name="Google Shape;831;p28"/>
                <p:cNvSpPr/>
                <p:nvPr/>
              </p:nvSpPr>
              <p:spPr>
                <a:xfrm>
                  <a:off x="720864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" name="Google Shape;832;p28"/>
                <p:cNvSpPr/>
                <p:nvPr/>
              </p:nvSpPr>
              <p:spPr>
                <a:xfrm>
                  <a:off x="732312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" name="Google Shape;833;p28"/>
                <p:cNvSpPr/>
                <p:nvPr/>
              </p:nvSpPr>
              <p:spPr>
                <a:xfrm>
                  <a:off x="743796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" name="Google Shape;834;p28"/>
                <p:cNvSpPr/>
                <p:nvPr/>
              </p:nvSpPr>
              <p:spPr>
                <a:xfrm>
                  <a:off x="755280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" name="Google Shape;835;p28"/>
                <p:cNvSpPr/>
                <p:nvPr/>
              </p:nvSpPr>
              <p:spPr>
                <a:xfrm>
                  <a:off x="766728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" name="Google Shape;836;p28"/>
                <p:cNvSpPr/>
                <p:nvPr/>
              </p:nvSpPr>
              <p:spPr>
                <a:xfrm>
                  <a:off x="7782120" y="4204080"/>
                  <a:ext cx="86040" cy="86040"/>
                </a:xfrm>
                <a:custGeom>
                  <a:avLst/>
                  <a:gdLst>
                    <a:gd name="textAreaLeft" fmla="*/ 0 w 86040"/>
                    <a:gd name="textAreaRight" fmla="*/ 86400 w 86040"/>
                    <a:gd name="textAreaTop" fmla="*/ 0 h 86040"/>
                    <a:gd name="textAreaBottom" fmla="*/ 86400 h 86040"/>
                  </a:gdLst>
                  <a:ahLst/>
                  <a:cxnLst/>
                  <a:rect l="textAreaLeft" t="textAreaTop" r="textAreaRight" b="textAreaBottom"/>
                  <a:pathLst>
                    <a:path w="78581" h="78581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3200" bIns="432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47" name="Google Shape;837;p28"/>
              <p:cNvSpPr/>
              <p:nvPr/>
            </p:nvSpPr>
            <p:spPr>
              <a:xfrm>
                <a:off x="7885440" y="3962880"/>
                <a:ext cx="40680" cy="40680"/>
              </a:xfrm>
              <a:custGeom>
                <a:avLst/>
                <a:gdLst>
                  <a:gd name="textAreaLeft" fmla="*/ 0 w 40680"/>
                  <a:gd name="textAreaRight" fmla="*/ 41040 w 40680"/>
                  <a:gd name="textAreaTop" fmla="*/ 0 h 40680"/>
                  <a:gd name="textAreaBottom" fmla="*/ 41040 h 40680"/>
                </a:gdLst>
                <a:ahLst/>
                <a:cxnLst/>
                <a:rect l="textAreaLeft" t="textAreaTop" r="textAreaRight" b="textAreaBottom"/>
                <a:pathLst>
                  <a:path w="37338" h="37338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520" bIns="20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" name="Google Shape;838;p28"/>
            <p:cNvGrpSpPr/>
            <p:nvPr/>
          </p:nvGrpSpPr>
          <p:grpSpPr>
            <a:xfrm>
              <a:off x="6368040" y="2012760"/>
              <a:ext cx="1447920" cy="1250280"/>
              <a:chOff x="6368040" y="2012760"/>
              <a:chExt cx="1447920" cy="1250280"/>
            </a:xfrm>
          </p:grpSpPr>
          <p:sp>
            <p:nvSpPr>
              <p:cNvPr id="149" name="Google Shape;839;p28"/>
              <p:cNvSpPr/>
              <p:nvPr/>
            </p:nvSpPr>
            <p:spPr>
              <a:xfrm>
                <a:off x="6368040" y="2012760"/>
                <a:ext cx="1447920" cy="1250280"/>
              </a:xfrm>
              <a:custGeom>
                <a:avLst/>
                <a:gdLst>
                  <a:gd name="textAreaLeft" fmla="*/ 0 w 1447920"/>
                  <a:gd name="textAreaRight" fmla="*/ 1448280 w 1447920"/>
                  <a:gd name="textAreaTop" fmla="*/ 0 h 1250280"/>
                  <a:gd name="textAreaBottom" fmla="*/ 1250640 h 1250280"/>
                </a:gdLst>
                <a:ahLst/>
                <a:cxnLst/>
                <a:rect l="textAreaLeft" t="textAreaTop" r="textAreaRight" b="textAreaBottom"/>
                <a:pathLst>
                  <a:path w="1318259" h="1915286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840;p28"/>
              <p:cNvSpPr/>
              <p:nvPr/>
            </p:nvSpPr>
            <p:spPr>
              <a:xfrm>
                <a:off x="6368040" y="2012760"/>
                <a:ext cx="1447920" cy="102960"/>
              </a:xfrm>
              <a:custGeom>
                <a:avLst/>
                <a:gdLst>
                  <a:gd name="textAreaLeft" fmla="*/ 0 w 1447920"/>
                  <a:gd name="textAreaRight" fmla="*/ 1448280 w 144792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1318259" h="94107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51" name="Google Shape;841;p28"/>
              <p:cNvGrpSpPr/>
              <p:nvPr/>
            </p:nvGrpSpPr>
            <p:grpSpPr>
              <a:xfrm>
                <a:off x="7606440" y="2051640"/>
                <a:ext cx="154440" cy="33840"/>
                <a:chOff x="7606440" y="2051640"/>
                <a:chExt cx="154440" cy="33840"/>
              </a:xfrm>
            </p:grpSpPr>
            <p:sp>
              <p:nvSpPr>
                <p:cNvPr id="152" name="Google Shape;842;p28"/>
                <p:cNvSpPr/>
                <p:nvPr/>
              </p:nvSpPr>
              <p:spPr>
                <a:xfrm>
                  <a:off x="7727040" y="205164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31241" h="31241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" name="Google Shape;843;p28"/>
                <p:cNvSpPr/>
                <p:nvPr/>
              </p:nvSpPr>
              <p:spPr>
                <a:xfrm>
                  <a:off x="7666560" y="205164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31241" h="31241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" name="Google Shape;844;p28"/>
                <p:cNvSpPr/>
                <p:nvPr/>
              </p:nvSpPr>
              <p:spPr>
                <a:xfrm>
                  <a:off x="7606440" y="205164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31241" h="31241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55" name="Google Shape;845;p28"/>
              <p:cNvSpPr/>
              <p:nvPr/>
            </p:nvSpPr>
            <p:spPr>
              <a:xfrm>
                <a:off x="6390000" y="2137680"/>
                <a:ext cx="1403640" cy="561600"/>
              </a:xfrm>
              <a:custGeom>
                <a:avLst/>
                <a:gdLst>
                  <a:gd name="textAreaLeft" fmla="*/ 0 w 1403640"/>
                  <a:gd name="textAreaRight" fmla="*/ 1404000 w 1403640"/>
                  <a:gd name="textAreaTop" fmla="*/ 0 h 561600"/>
                  <a:gd name="textAreaBottom" fmla="*/ 561960 h 561600"/>
                </a:gdLst>
                <a:ahLst/>
                <a:cxnLst/>
                <a:rect l="textAreaLeft" t="textAreaTop" r="textAreaRight" b="textAreaBottom"/>
                <a:pathLst>
                  <a:path w="1278064" h="511682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" name="Google Shape;846;p28"/>
              <p:cNvSpPr/>
              <p:nvPr/>
            </p:nvSpPr>
            <p:spPr>
              <a:xfrm>
                <a:off x="6430320" y="2758320"/>
                <a:ext cx="386280" cy="335520"/>
              </a:xfrm>
              <a:custGeom>
                <a:avLst/>
                <a:gdLst>
                  <a:gd name="textAreaLeft" fmla="*/ 0 w 386280"/>
                  <a:gd name="textAreaRight" fmla="*/ 386640 w 386280"/>
                  <a:gd name="textAreaTop" fmla="*/ 0 h 335520"/>
                  <a:gd name="textAreaBottom" fmla="*/ 335880 h 335520"/>
                </a:gdLst>
                <a:ahLst/>
                <a:cxnLst/>
                <a:rect l="textAreaLeft" t="textAreaTop" r="textAreaRight" b="textAreaBottom"/>
                <a:pathLst>
                  <a:path w="352044" h="305657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" name="Google Shape;847;p28"/>
              <p:cNvSpPr/>
              <p:nvPr/>
            </p:nvSpPr>
            <p:spPr>
              <a:xfrm>
                <a:off x="6854760" y="275832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848;p28"/>
              <p:cNvSpPr/>
              <p:nvPr/>
            </p:nvSpPr>
            <p:spPr>
              <a:xfrm>
                <a:off x="6854760" y="282060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" name="Google Shape;849;p28"/>
              <p:cNvSpPr/>
              <p:nvPr/>
            </p:nvSpPr>
            <p:spPr>
              <a:xfrm>
                <a:off x="6854760" y="288324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0" name="Google Shape;850;p28"/>
              <p:cNvSpPr/>
              <p:nvPr/>
            </p:nvSpPr>
            <p:spPr>
              <a:xfrm>
                <a:off x="6854760" y="2945520"/>
                <a:ext cx="905040" cy="25200"/>
              </a:xfrm>
              <a:custGeom>
                <a:avLst/>
                <a:gdLst>
                  <a:gd name="textAreaLeft" fmla="*/ 0 w 905040"/>
                  <a:gd name="textAreaRight" fmla="*/ 905400 w 90504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824198" h="2324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61" name="Google Shape;851;p28"/>
              <p:cNvGrpSpPr/>
              <p:nvPr/>
            </p:nvGrpSpPr>
            <p:grpSpPr>
              <a:xfrm>
                <a:off x="7497000" y="3038040"/>
                <a:ext cx="263880" cy="56160"/>
                <a:chOff x="7497000" y="3038040"/>
                <a:chExt cx="263880" cy="56160"/>
              </a:xfrm>
            </p:grpSpPr>
            <p:sp>
              <p:nvSpPr>
                <p:cNvPr id="162" name="Google Shape;852;p28"/>
                <p:cNvSpPr/>
                <p:nvPr/>
              </p:nvSpPr>
              <p:spPr>
                <a:xfrm>
                  <a:off x="7497000" y="3038040"/>
                  <a:ext cx="263880" cy="56160"/>
                </a:xfrm>
                <a:custGeom>
                  <a:avLst/>
                  <a:gdLst>
                    <a:gd name="textAreaLeft" fmla="*/ 0 w 263880"/>
                    <a:gd name="textAreaRight" fmla="*/ 264240 w 26388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240411" h="51434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" name="Google Shape;853;p28"/>
                <p:cNvSpPr/>
                <p:nvPr/>
              </p:nvSpPr>
              <p:spPr>
                <a:xfrm>
                  <a:off x="7569720" y="3053520"/>
                  <a:ext cx="118800" cy="25200"/>
                </a:xfrm>
                <a:custGeom>
                  <a:avLst/>
                  <a:gdLst>
                    <a:gd name="textAreaLeft" fmla="*/ 0 w 118800"/>
                    <a:gd name="textAreaRight" fmla="*/ 119160 w 118800"/>
                    <a:gd name="textAreaTop" fmla="*/ 0 h 25200"/>
                    <a:gd name="textAreaBottom" fmla="*/ 25560 h 25200"/>
                  </a:gdLst>
                  <a:ahLst/>
                  <a:cxnLst/>
                  <a:rect l="textAreaLeft" t="textAreaTop" r="textAreaRight" b="textAreaBottom"/>
                  <a:pathLst>
                    <a:path w="108204" h="2324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2600" bIns="12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4" name="Google Shape;854;p28"/>
              <p:cNvGrpSpPr/>
              <p:nvPr/>
            </p:nvGrpSpPr>
            <p:grpSpPr>
              <a:xfrm>
                <a:off x="6430680" y="2372400"/>
                <a:ext cx="1330560" cy="108720"/>
                <a:chOff x="6430680" y="2372400"/>
                <a:chExt cx="1330560" cy="108720"/>
              </a:xfrm>
            </p:grpSpPr>
            <p:sp>
              <p:nvSpPr>
                <p:cNvPr id="165" name="Google Shape;855;p28"/>
                <p:cNvSpPr/>
                <p:nvPr/>
              </p:nvSpPr>
              <p:spPr>
                <a:xfrm>
                  <a:off x="6430680" y="2372400"/>
                  <a:ext cx="54360" cy="108720"/>
                </a:xfrm>
                <a:custGeom>
                  <a:avLst/>
                  <a:gdLst>
                    <a:gd name="textAreaLeft" fmla="*/ 0 w 54360"/>
                    <a:gd name="textAreaRight" fmla="*/ 54720 w 54360"/>
                    <a:gd name="textAreaTop" fmla="*/ 0 h 108720"/>
                    <a:gd name="textAreaBottom" fmla="*/ 109080 h 108720"/>
                  </a:gdLst>
                  <a:ahLst/>
                  <a:cxnLst/>
                  <a:rect l="textAreaLeft" t="textAreaTop" r="textAreaRight" b="textAreaBottom"/>
                  <a:pathLst>
                    <a:path w="49625" h="9925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" name="Google Shape;856;p28"/>
                <p:cNvSpPr/>
                <p:nvPr/>
              </p:nvSpPr>
              <p:spPr>
                <a:xfrm>
                  <a:off x="7706880" y="2372400"/>
                  <a:ext cx="54360" cy="108720"/>
                </a:xfrm>
                <a:custGeom>
                  <a:avLst/>
                  <a:gdLst>
                    <a:gd name="textAreaLeft" fmla="*/ 0 w 54360"/>
                    <a:gd name="textAreaRight" fmla="*/ 54720 w 54360"/>
                    <a:gd name="textAreaTop" fmla="*/ 0 h 108720"/>
                    <a:gd name="textAreaBottom" fmla="*/ 109080 h 108720"/>
                  </a:gdLst>
                  <a:ahLst/>
                  <a:cxnLst/>
                  <a:rect l="textAreaLeft" t="textAreaTop" r="textAreaRight" b="textAreaBottom"/>
                  <a:pathLst>
                    <a:path w="49625" h="9925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7" name="Google Shape;857;p28"/>
              <p:cNvGrpSpPr/>
              <p:nvPr/>
            </p:nvGrpSpPr>
            <p:grpSpPr>
              <a:xfrm>
                <a:off x="6996960" y="2669040"/>
                <a:ext cx="191520" cy="19440"/>
                <a:chOff x="6996960" y="2669040"/>
                <a:chExt cx="191520" cy="19440"/>
              </a:xfrm>
            </p:grpSpPr>
            <p:sp>
              <p:nvSpPr>
                <p:cNvPr id="168" name="Google Shape;858;p28"/>
                <p:cNvSpPr/>
                <p:nvPr/>
              </p:nvSpPr>
              <p:spPr>
                <a:xfrm>
                  <a:off x="699696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" name="Google Shape;859;p28"/>
                <p:cNvSpPr/>
                <p:nvPr/>
              </p:nvSpPr>
              <p:spPr>
                <a:xfrm>
                  <a:off x="704016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" name="Google Shape;860;p28"/>
                <p:cNvSpPr/>
                <p:nvPr/>
              </p:nvSpPr>
              <p:spPr>
                <a:xfrm>
                  <a:off x="708300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861;p28"/>
                <p:cNvSpPr/>
                <p:nvPr/>
              </p:nvSpPr>
              <p:spPr>
                <a:xfrm>
                  <a:off x="712620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" name="Google Shape;862;p28"/>
                <p:cNvSpPr/>
                <p:nvPr/>
              </p:nvSpPr>
              <p:spPr>
                <a:xfrm>
                  <a:off x="7169040" y="2669040"/>
                  <a:ext cx="19440" cy="19440"/>
                </a:xfrm>
                <a:custGeom>
                  <a:avLst/>
                  <a:gdLst>
                    <a:gd name="textAreaLeft" fmla="*/ 0 w 19440"/>
                    <a:gd name="textAreaRight" fmla="*/ 19800 w 19440"/>
                    <a:gd name="textAreaTop" fmla="*/ 0 h 19440"/>
                    <a:gd name="textAreaBottom" fmla="*/ 19800 h 19440"/>
                  </a:gdLst>
                  <a:ahLst/>
                  <a:cxnLst/>
                  <a:rect l="textAreaLeft" t="textAreaTop" r="textAreaRight" b="textAreaBottom"/>
                  <a:pathLst>
                    <a:path w="18097" h="18097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720" bIns="9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73" name="Google Shape;863;p28"/>
              <p:cNvSpPr/>
              <p:nvPr/>
            </p:nvSpPr>
            <p:spPr>
              <a:xfrm>
                <a:off x="6430320" y="3151800"/>
                <a:ext cx="1328760" cy="10080"/>
              </a:xfrm>
              <a:custGeom>
                <a:avLst/>
                <a:gdLst>
                  <a:gd name="textAreaLeft" fmla="*/ 0 w 1328760"/>
                  <a:gd name="textAreaRight" fmla="*/ 1329120 w 132876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1210055" h="9525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>
                <a:solidFill>
                  <a:srgbClr val="FFFFFF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4" name="Google Shape;864;p28"/>
              <p:cNvGrpSpPr/>
              <p:nvPr/>
            </p:nvGrpSpPr>
            <p:grpSpPr>
              <a:xfrm>
                <a:off x="6378120" y="2678760"/>
                <a:ext cx="504360" cy="504720"/>
                <a:chOff x="6378120" y="2678760"/>
                <a:chExt cx="504360" cy="504720"/>
              </a:xfrm>
            </p:grpSpPr>
            <p:grpSp>
              <p:nvGrpSpPr>
                <p:cNvPr id="175" name="Google Shape;865;p28"/>
                <p:cNvGrpSpPr/>
                <p:nvPr/>
              </p:nvGrpSpPr>
              <p:grpSpPr>
                <a:xfrm>
                  <a:off x="6391440" y="2692440"/>
                  <a:ext cx="488160" cy="487800"/>
                  <a:chOff x="6391440" y="2692440"/>
                  <a:chExt cx="488160" cy="487800"/>
                </a:xfrm>
              </p:grpSpPr>
              <p:sp>
                <p:nvSpPr>
                  <p:cNvPr id="176" name="Google Shape;866;p28"/>
                  <p:cNvSpPr/>
                  <p:nvPr/>
                </p:nvSpPr>
                <p:spPr>
                  <a:xfrm>
                    <a:off x="6408720" y="3170160"/>
                    <a:ext cx="426240" cy="10080"/>
                  </a:xfrm>
                  <a:custGeom>
                    <a:avLst/>
                    <a:gdLst>
                      <a:gd name="textAreaLeft" fmla="*/ 0 w 426240"/>
                      <a:gd name="textAreaRight" fmla="*/ 426600 w 426240"/>
                      <a:gd name="textAreaTop" fmla="*/ 0 h 10080"/>
                      <a:gd name="textAreaBottom" fmla="*/ 10440 h 10080"/>
                    </a:gdLst>
                    <a:ahLst/>
                    <a:cxnLst/>
                    <a:rect l="textAreaLeft" t="textAreaTop" r="textAreaRight" b="textAreaBottom"/>
                    <a:pathLst>
                      <a:path w="388048" h="9525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040" bIns="50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7" name="Google Shape;867;p28"/>
                  <p:cNvSpPr/>
                  <p:nvPr/>
                </p:nvSpPr>
                <p:spPr>
                  <a:xfrm>
                    <a:off x="6391440" y="2709360"/>
                    <a:ext cx="10080" cy="426240"/>
                  </a:xfrm>
                  <a:custGeom>
                    <a:avLst/>
                    <a:gdLst>
                      <a:gd name="textAreaLeft" fmla="*/ 0 w 10080"/>
                      <a:gd name="textAreaRight" fmla="*/ 10440 w 10080"/>
                      <a:gd name="textAreaTop" fmla="*/ 0 h 426240"/>
                      <a:gd name="textAreaBottom" fmla="*/ 426600 h 426240"/>
                    </a:gdLst>
                    <a:ahLst/>
                    <a:cxnLst/>
                    <a:rect l="textAreaLeft" t="textAreaTop" r="textAreaRight" b="textAreaBottom"/>
                    <a:pathLst>
                      <a:path w="9525" h="388048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8" name="Google Shape;868;p28"/>
                  <p:cNvSpPr/>
                  <p:nvPr/>
                </p:nvSpPr>
                <p:spPr>
                  <a:xfrm>
                    <a:off x="6425640" y="2692440"/>
                    <a:ext cx="426240" cy="10080"/>
                  </a:xfrm>
                  <a:custGeom>
                    <a:avLst/>
                    <a:gdLst>
                      <a:gd name="textAreaLeft" fmla="*/ 0 w 426240"/>
                      <a:gd name="textAreaRight" fmla="*/ 426600 w 426240"/>
                      <a:gd name="textAreaTop" fmla="*/ 0 h 10080"/>
                      <a:gd name="textAreaBottom" fmla="*/ 10440 h 10080"/>
                    </a:gdLst>
                    <a:ahLst/>
                    <a:cxnLst/>
                    <a:rect l="textAreaLeft" t="textAreaTop" r="textAreaRight" b="textAreaBottom"/>
                    <a:pathLst>
                      <a:path w="388048" h="9525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040" bIns="50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9" name="Google Shape;869;p28"/>
                  <p:cNvSpPr/>
                  <p:nvPr/>
                </p:nvSpPr>
                <p:spPr>
                  <a:xfrm>
                    <a:off x="6869520" y="2726280"/>
                    <a:ext cx="10080" cy="426240"/>
                  </a:xfrm>
                  <a:custGeom>
                    <a:avLst/>
                    <a:gdLst>
                      <a:gd name="textAreaLeft" fmla="*/ 0 w 10080"/>
                      <a:gd name="textAreaRight" fmla="*/ 10440 w 10080"/>
                      <a:gd name="textAreaTop" fmla="*/ 0 h 426240"/>
                      <a:gd name="textAreaBottom" fmla="*/ 426600 h 426240"/>
                    </a:gdLst>
                    <a:ahLst/>
                    <a:cxnLst/>
                    <a:rect l="textAreaLeft" t="textAreaTop" r="textAreaRight" b="textAreaBottom"/>
                    <a:pathLst>
                      <a:path w="9525" h="388048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>
                    <a:solidFill>
                      <a:srgbClr val="35363B"/>
                    </a:solidFill>
                    <a:prstDash val="dashDot"/>
                    <a:miter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80" name="Google Shape;870;p28"/>
                <p:cNvGrpSpPr/>
                <p:nvPr/>
              </p:nvGrpSpPr>
              <p:grpSpPr>
                <a:xfrm>
                  <a:off x="6378120" y="2678760"/>
                  <a:ext cx="504360" cy="504720"/>
                  <a:chOff x="6378120" y="2678760"/>
                  <a:chExt cx="504360" cy="504720"/>
                </a:xfrm>
              </p:grpSpPr>
              <p:grpSp>
                <p:nvGrpSpPr>
                  <p:cNvPr id="181" name="Google Shape;871;p28"/>
                  <p:cNvGrpSpPr/>
                  <p:nvPr/>
                </p:nvGrpSpPr>
                <p:grpSpPr>
                  <a:xfrm>
                    <a:off x="6378120" y="2678760"/>
                    <a:ext cx="504360" cy="26640"/>
                    <a:chOff x="6378120" y="2678760"/>
                    <a:chExt cx="504360" cy="26640"/>
                  </a:xfrm>
                </p:grpSpPr>
                <p:sp>
                  <p:nvSpPr>
                    <p:cNvPr id="182" name="Google Shape;872;p28"/>
                    <p:cNvSpPr/>
                    <p:nvPr/>
                  </p:nvSpPr>
                  <p:spPr>
                    <a:xfrm>
                      <a:off x="6378120" y="267876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83" name="Google Shape;873;p28"/>
                    <p:cNvSpPr/>
                    <p:nvPr/>
                  </p:nvSpPr>
                  <p:spPr>
                    <a:xfrm>
                      <a:off x="6616800" y="267876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84" name="Google Shape;874;p28"/>
                    <p:cNvSpPr/>
                    <p:nvPr/>
                  </p:nvSpPr>
                  <p:spPr>
                    <a:xfrm>
                      <a:off x="6855840" y="267876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185" name="Google Shape;875;p28"/>
                  <p:cNvGrpSpPr/>
                  <p:nvPr/>
                </p:nvGrpSpPr>
                <p:grpSpPr>
                  <a:xfrm>
                    <a:off x="6378120" y="2917800"/>
                    <a:ext cx="504360" cy="26640"/>
                    <a:chOff x="6378120" y="2917800"/>
                    <a:chExt cx="504360" cy="26640"/>
                  </a:xfrm>
                </p:grpSpPr>
                <p:sp>
                  <p:nvSpPr>
                    <p:cNvPr id="186" name="Google Shape;876;p28"/>
                    <p:cNvSpPr/>
                    <p:nvPr/>
                  </p:nvSpPr>
                  <p:spPr>
                    <a:xfrm>
                      <a:off x="6378120" y="291780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87" name="Google Shape;877;p28"/>
                    <p:cNvSpPr/>
                    <p:nvPr/>
                  </p:nvSpPr>
                  <p:spPr>
                    <a:xfrm>
                      <a:off x="6855840" y="291780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188" name="Google Shape;878;p28"/>
                  <p:cNvGrpSpPr/>
                  <p:nvPr/>
                </p:nvGrpSpPr>
                <p:grpSpPr>
                  <a:xfrm>
                    <a:off x="6378120" y="3156840"/>
                    <a:ext cx="504360" cy="26640"/>
                    <a:chOff x="6378120" y="3156840"/>
                    <a:chExt cx="504360" cy="26640"/>
                  </a:xfrm>
                </p:grpSpPr>
                <p:sp>
                  <p:nvSpPr>
                    <p:cNvPr id="189" name="Google Shape;879;p28"/>
                    <p:cNvSpPr/>
                    <p:nvPr/>
                  </p:nvSpPr>
                  <p:spPr>
                    <a:xfrm>
                      <a:off x="6378120" y="315684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90" name="Google Shape;880;p28"/>
                    <p:cNvSpPr/>
                    <p:nvPr/>
                  </p:nvSpPr>
                  <p:spPr>
                    <a:xfrm>
                      <a:off x="6616800" y="315684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191" name="Google Shape;881;p28"/>
                    <p:cNvSpPr/>
                    <p:nvPr/>
                  </p:nvSpPr>
                  <p:spPr>
                    <a:xfrm>
                      <a:off x="6855840" y="3156840"/>
                      <a:ext cx="26640" cy="26640"/>
                    </a:xfrm>
                    <a:custGeom>
                      <a:avLst/>
                      <a:gdLst>
                        <a:gd name="textAreaLeft" fmla="*/ 0 w 26640"/>
                        <a:gd name="textAreaRight" fmla="*/ 27000 w 26640"/>
                        <a:gd name="textAreaTop" fmla="*/ 0 h 26640"/>
                        <a:gd name="textAreaBottom" fmla="*/ 27000 h 26640"/>
                      </a:gdLst>
                      <a:ahLst/>
                      <a:cxnLst/>
                      <a:rect l="textAreaLeft" t="textAreaTop" r="textAreaRight" b="textAreaBottom"/>
                      <a:pathLst>
                        <a:path w="24669" h="24669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13320" bIns="13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</p:grpSp>
        </p:grpSp>
        <p:grpSp>
          <p:nvGrpSpPr>
            <p:cNvPr id="192" name="Google Shape;882;p28"/>
            <p:cNvGrpSpPr/>
            <p:nvPr/>
          </p:nvGrpSpPr>
          <p:grpSpPr>
            <a:xfrm>
              <a:off x="5248800" y="1817280"/>
              <a:ext cx="478800" cy="594720"/>
              <a:chOff x="5248800" y="1817280"/>
              <a:chExt cx="478800" cy="594720"/>
            </a:xfrm>
          </p:grpSpPr>
          <p:grpSp>
            <p:nvGrpSpPr>
              <p:cNvPr id="193" name="Google Shape;883;p28"/>
              <p:cNvGrpSpPr/>
              <p:nvPr/>
            </p:nvGrpSpPr>
            <p:grpSpPr>
              <a:xfrm>
                <a:off x="5248800" y="1817280"/>
                <a:ext cx="478800" cy="594720"/>
                <a:chOff x="5248800" y="1817280"/>
                <a:chExt cx="478800" cy="594720"/>
              </a:xfrm>
            </p:grpSpPr>
            <p:sp>
              <p:nvSpPr>
                <p:cNvPr id="194" name="Google Shape;884;p28"/>
                <p:cNvSpPr/>
                <p:nvPr/>
              </p:nvSpPr>
              <p:spPr>
                <a:xfrm>
                  <a:off x="5248800" y="1817280"/>
                  <a:ext cx="478800" cy="594720"/>
                </a:xfrm>
                <a:custGeom>
                  <a:avLst/>
                  <a:gdLst>
                    <a:gd name="textAreaLeft" fmla="*/ 0 w 478800"/>
                    <a:gd name="textAreaRight" fmla="*/ 479160 w 478800"/>
                    <a:gd name="textAreaTop" fmla="*/ 0 h 594720"/>
                    <a:gd name="textAreaBottom" fmla="*/ 595080 h 594720"/>
                  </a:gdLst>
                  <a:ahLst/>
                  <a:cxnLst/>
                  <a:rect l="textAreaLeft" t="textAreaTop" r="textAreaRight" b="textAreaBottom"/>
                  <a:pathLst>
                    <a:path w="435673" h="541115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95" name="Google Shape;885;p28"/>
                <p:cNvGrpSpPr/>
                <p:nvPr/>
              </p:nvGrpSpPr>
              <p:grpSpPr>
                <a:xfrm>
                  <a:off x="5498280" y="1851840"/>
                  <a:ext cx="181080" cy="45360"/>
                  <a:chOff x="5498280" y="1851840"/>
                  <a:chExt cx="181080" cy="45360"/>
                </a:xfrm>
              </p:grpSpPr>
              <p:sp>
                <p:nvSpPr>
                  <p:cNvPr id="196" name="Google Shape;886;p28"/>
                  <p:cNvSpPr/>
                  <p:nvPr/>
                </p:nvSpPr>
                <p:spPr>
                  <a:xfrm>
                    <a:off x="5634000" y="185184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8" h="41529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7" name="Google Shape;887;p28"/>
                  <p:cNvSpPr/>
                  <p:nvPr/>
                </p:nvSpPr>
                <p:spPr>
                  <a:xfrm>
                    <a:off x="5566320" y="185184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8" h="41529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8" name="Google Shape;888;p28"/>
                  <p:cNvSpPr/>
                  <p:nvPr/>
                </p:nvSpPr>
                <p:spPr>
                  <a:xfrm>
                    <a:off x="5498280" y="185184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9" h="41529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99" name="Google Shape;889;p28"/>
              <p:cNvGrpSpPr/>
              <p:nvPr/>
            </p:nvGrpSpPr>
            <p:grpSpPr>
              <a:xfrm>
                <a:off x="5287680" y="1932120"/>
                <a:ext cx="394560" cy="412560"/>
                <a:chOff x="5287680" y="1932120"/>
                <a:chExt cx="394560" cy="412560"/>
              </a:xfrm>
            </p:grpSpPr>
            <p:sp>
              <p:nvSpPr>
                <p:cNvPr id="200" name="Google Shape;890;p28"/>
                <p:cNvSpPr/>
                <p:nvPr/>
              </p:nvSpPr>
              <p:spPr>
                <a:xfrm>
                  <a:off x="5287680" y="2165400"/>
                  <a:ext cx="392760" cy="179280"/>
                </a:xfrm>
                <a:custGeom>
                  <a:avLst/>
                  <a:gdLst>
                    <a:gd name="textAreaLeft" fmla="*/ 0 w 392760"/>
                    <a:gd name="textAreaRight" fmla="*/ 393120 w 392760"/>
                    <a:gd name="textAreaTop" fmla="*/ 0 h 179280"/>
                    <a:gd name="textAreaBottom" fmla="*/ 179640 h 179280"/>
                  </a:gdLst>
                  <a:ahLst/>
                  <a:cxnLst/>
                  <a:rect l="textAreaLeft" t="textAreaTop" r="textAreaRight" b="textAreaBottom"/>
                  <a:pathLst>
                    <a:path w="357473" h="163258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" name="Google Shape;891;p28"/>
                <p:cNvSpPr/>
                <p:nvPr/>
              </p:nvSpPr>
              <p:spPr>
                <a:xfrm>
                  <a:off x="5293440" y="1932120"/>
                  <a:ext cx="388800" cy="197640"/>
                </a:xfrm>
                <a:custGeom>
                  <a:avLst/>
                  <a:gdLst>
                    <a:gd name="textAreaLeft" fmla="*/ 0 w 388800"/>
                    <a:gd name="textAreaRight" fmla="*/ 389160 w 388800"/>
                    <a:gd name="textAreaTop" fmla="*/ 0 h 197640"/>
                    <a:gd name="textAreaBottom" fmla="*/ 198000 h 197640"/>
                  </a:gdLst>
                  <a:ahLst/>
                  <a:cxnLst/>
                  <a:rect l="textAreaLeft" t="textAreaTop" r="textAreaRight" b="textAreaBottom"/>
                  <a:pathLst>
                    <a:path w="353948" h="180117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02" name="Google Shape;892;p28"/>
            <p:cNvGrpSpPr/>
            <p:nvPr/>
          </p:nvGrpSpPr>
          <p:grpSpPr>
            <a:xfrm>
              <a:off x="7810920" y="2543040"/>
              <a:ext cx="1047600" cy="27000"/>
              <a:chOff x="7810920" y="2543040"/>
              <a:chExt cx="1047600" cy="27000"/>
            </a:xfrm>
          </p:grpSpPr>
          <p:sp>
            <p:nvSpPr>
              <p:cNvPr id="203" name="Google Shape;893;p28"/>
              <p:cNvSpPr/>
              <p:nvPr/>
            </p:nvSpPr>
            <p:spPr>
              <a:xfrm>
                <a:off x="7823880" y="2556720"/>
                <a:ext cx="1021680" cy="10080"/>
              </a:xfrm>
              <a:custGeom>
                <a:avLst/>
                <a:gdLst>
                  <a:gd name="textAreaLeft" fmla="*/ 0 w 1021680"/>
                  <a:gd name="textAreaRight" fmla="*/ 1022040 w 1021680"/>
                  <a:gd name="textAreaTop" fmla="*/ 0 h 10080"/>
                  <a:gd name="textAreaBottom" fmla="*/ 10440 h 10080"/>
                </a:gdLst>
                <a:ahLst/>
                <a:cxnLst/>
                <a:rect l="textAreaLeft" t="textAreaTop" r="textAreaRight" b="textAreaBottom"/>
                <a:pathLst>
                  <a:path w="929354" h="9525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>
                <a:solidFill>
                  <a:srgbClr val="6F7082"/>
                </a:solidFill>
                <a:prstDash val="dashDot"/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894;p28"/>
              <p:cNvSpPr/>
              <p:nvPr/>
            </p:nvSpPr>
            <p:spPr>
              <a:xfrm>
                <a:off x="8831520" y="254304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4" h="24765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895;p28"/>
              <p:cNvSpPr/>
              <p:nvPr/>
            </p:nvSpPr>
            <p:spPr>
              <a:xfrm>
                <a:off x="7810920" y="2543040"/>
                <a:ext cx="27000" cy="27000"/>
              </a:xfrm>
              <a:custGeom>
                <a:avLst/>
                <a:gdLst>
                  <a:gd name="textAreaLeft" fmla="*/ 0 w 27000"/>
                  <a:gd name="textAreaRight" fmla="*/ 27360 w 270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4764" h="24765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rgbClr val="6F708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896;p28"/>
            <p:cNvGrpSpPr/>
            <p:nvPr/>
          </p:nvGrpSpPr>
          <p:grpSpPr>
            <a:xfrm>
              <a:off x="8348400" y="2013480"/>
              <a:ext cx="657360" cy="856440"/>
              <a:chOff x="8348400" y="2013480"/>
              <a:chExt cx="657360" cy="856440"/>
            </a:xfrm>
          </p:grpSpPr>
          <p:grpSp>
            <p:nvGrpSpPr>
              <p:cNvPr id="207" name="Google Shape;897;p28"/>
              <p:cNvGrpSpPr/>
              <p:nvPr/>
            </p:nvGrpSpPr>
            <p:grpSpPr>
              <a:xfrm>
                <a:off x="8348400" y="2013480"/>
                <a:ext cx="657360" cy="856440"/>
                <a:chOff x="8348400" y="2013480"/>
                <a:chExt cx="657360" cy="856440"/>
              </a:xfrm>
            </p:grpSpPr>
            <p:sp>
              <p:nvSpPr>
                <p:cNvPr id="208" name="Google Shape;898;p28"/>
                <p:cNvSpPr/>
                <p:nvPr/>
              </p:nvSpPr>
              <p:spPr>
                <a:xfrm>
                  <a:off x="8348400" y="2013480"/>
                  <a:ext cx="657360" cy="856440"/>
                </a:xfrm>
                <a:custGeom>
                  <a:avLst/>
                  <a:gdLst>
                    <a:gd name="textAreaLeft" fmla="*/ 0 w 657360"/>
                    <a:gd name="textAreaRight" fmla="*/ 657720 w 657360"/>
                    <a:gd name="textAreaTop" fmla="*/ 0 h 856440"/>
                    <a:gd name="textAreaBottom" fmla="*/ 856800 h 856440"/>
                  </a:gdLst>
                  <a:ahLst/>
                  <a:cxnLst/>
                  <a:rect l="textAreaLeft" t="textAreaTop" r="textAreaRight" b="textAreaBottom"/>
                  <a:pathLst>
                    <a:path w="598074" h="779145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09" name="Google Shape;899;p28"/>
                <p:cNvGrpSpPr/>
                <p:nvPr/>
              </p:nvGrpSpPr>
              <p:grpSpPr>
                <a:xfrm>
                  <a:off x="8776800" y="2047680"/>
                  <a:ext cx="180720" cy="45360"/>
                  <a:chOff x="8776800" y="2047680"/>
                  <a:chExt cx="180720" cy="45360"/>
                </a:xfrm>
              </p:grpSpPr>
              <p:sp>
                <p:nvSpPr>
                  <p:cNvPr id="210" name="Google Shape;900;p28"/>
                  <p:cNvSpPr/>
                  <p:nvPr/>
                </p:nvSpPr>
                <p:spPr>
                  <a:xfrm>
                    <a:off x="8912160" y="204768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8" h="41528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1" name="Google Shape;901;p28"/>
                  <p:cNvSpPr/>
                  <p:nvPr/>
                </p:nvSpPr>
                <p:spPr>
                  <a:xfrm>
                    <a:off x="8844480" y="204768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9" h="41528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2" name="Google Shape;902;p28"/>
                  <p:cNvSpPr/>
                  <p:nvPr/>
                </p:nvSpPr>
                <p:spPr>
                  <a:xfrm>
                    <a:off x="8776800" y="2047680"/>
                    <a:ext cx="45360" cy="453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1529" h="41528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213" name="Google Shape;903;p28"/>
              <p:cNvGrpSpPr/>
              <p:nvPr/>
            </p:nvGrpSpPr>
            <p:grpSpPr>
              <a:xfrm>
                <a:off x="8426520" y="2190960"/>
                <a:ext cx="504000" cy="527040"/>
                <a:chOff x="8426520" y="2190960"/>
                <a:chExt cx="504000" cy="527040"/>
              </a:xfrm>
            </p:grpSpPr>
            <p:sp>
              <p:nvSpPr>
                <p:cNvPr id="214" name="Google Shape;904;p28"/>
                <p:cNvSpPr/>
                <p:nvPr/>
              </p:nvSpPr>
              <p:spPr>
                <a:xfrm>
                  <a:off x="8426520" y="2489040"/>
                  <a:ext cx="501840" cy="228960"/>
                </a:xfrm>
                <a:custGeom>
                  <a:avLst/>
                  <a:gdLst>
                    <a:gd name="textAreaLeft" fmla="*/ 0 w 501840"/>
                    <a:gd name="textAreaRight" fmla="*/ 502200 w 501840"/>
                    <a:gd name="textAreaTop" fmla="*/ 0 h 228960"/>
                    <a:gd name="textAreaBottom" fmla="*/ 229320 h 228960"/>
                  </a:gdLst>
                  <a:ahLst/>
                  <a:cxnLst/>
                  <a:rect l="textAreaLeft" t="textAreaTop" r="textAreaRight" b="textAreaBottom"/>
                  <a:pathLst>
                    <a:path w="456723" h="208597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" name="Google Shape;905;p28"/>
                <p:cNvSpPr/>
                <p:nvPr/>
              </p:nvSpPr>
              <p:spPr>
                <a:xfrm>
                  <a:off x="8433720" y="2190960"/>
                  <a:ext cx="496800" cy="252720"/>
                </a:xfrm>
                <a:custGeom>
                  <a:avLst/>
                  <a:gdLst>
                    <a:gd name="textAreaLeft" fmla="*/ 0 w 496800"/>
                    <a:gd name="textAreaRight" fmla="*/ 497160 w 496800"/>
                    <a:gd name="textAreaTop" fmla="*/ 0 h 252720"/>
                    <a:gd name="textAreaBottom" fmla="*/ 253080 h 252720"/>
                  </a:gdLst>
                  <a:ahLst/>
                  <a:cxnLst/>
                  <a:rect l="textAreaLeft" t="textAreaTop" r="textAreaRight" b="textAreaBottom"/>
                  <a:pathLst>
                    <a:path w="452246" h="230219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16" name="Google Shape;906;p28"/>
            <p:cNvGrpSpPr/>
            <p:nvPr/>
          </p:nvGrpSpPr>
          <p:grpSpPr>
            <a:xfrm>
              <a:off x="5165280" y="2950920"/>
              <a:ext cx="645120" cy="1166400"/>
              <a:chOff x="5165280" y="2950920"/>
              <a:chExt cx="645120" cy="1166400"/>
            </a:xfrm>
          </p:grpSpPr>
          <p:grpSp>
            <p:nvGrpSpPr>
              <p:cNvPr id="217" name="Google Shape;907;p28"/>
              <p:cNvGrpSpPr/>
              <p:nvPr/>
            </p:nvGrpSpPr>
            <p:grpSpPr>
              <a:xfrm>
                <a:off x="5165280" y="2950920"/>
                <a:ext cx="645120" cy="1166400"/>
                <a:chOff x="5165280" y="2950920"/>
                <a:chExt cx="645120" cy="1166400"/>
              </a:xfrm>
            </p:grpSpPr>
            <p:grpSp>
              <p:nvGrpSpPr>
                <p:cNvPr id="218" name="Google Shape;908;p28"/>
                <p:cNvGrpSpPr/>
                <p:nvPr/>
              </p:nvGrpSpPr>
              <p:grpSpPr>
                <a:xfrm>
                  <a:off x="5165280" y="2950920"/>
                  <a:ext cx="645120" cy="1166400"/>
                  <a:chOff x="5165280" y="2950920"/>
                  <a:chExt cx="645120" cy="1166400"/>
                </a:xfrm>
              </p:grpSpPr>
              <p:sp>
                <p:nvSpPr>
                  <p:cNvPr id="219" name="Google Shape;909;p28"/>
                  <p:cNvSpPr/>
                  <p:nvPr/>
                </p:nvSpPr>
                <p:spPr>
                  <a:xfrm>
                    <a:off x="5165280" y="2950920"/>
                    <a:ext cx="645120" cy="1166400"/>
                  </a:xfrm>
                  <a:custGeom>
                    <a:avLst/>
                    <a:gdLst>
                      <a:gd name="textAreaLeft" fmla="*/ 0 w 645120"/>
                      <a:gd name="textAreaRight" fmla="*/ 645480 w 645120"/>
                      <a:gd name="textAreaTop" fmla="*/ 0 h 1166400"/>
                      <a:gd name="textAreaBottom" fmla="*/ 1166760 h 1166400"/>
                    </a:gdLst>
                    <a:ahLst/>
                    <a:cxnLst/>
                    <a:rect l="textAreaLeft" t="textAreaTop" r="textAreaRight" b="textAreaBottom"/>
                    <a:pathLst>
                      <a:path w="587120" h="1061085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0" name="Google Shape;910;p28"/>
                  <p:cNvSpPr/>
                  <p:nvPr/>
                </p:nvSpPr>
                <p:spPr>
                  <a:xfrm>
                    <a:off x="5401440" y="2987280"/>
                    <a:ext cx="172440" cy="27720"/>
                  </a:xfrm>
                  <a:custGeom>
                    <a:avLst/>
                    <a:gdLst>
                      <a:gd name="textAreaLeft" fmla="*/ 0 w 172440"/>
                      <a:gd name="textAreaRight" fmla="*/ 172800 w 172440"/>
                      <a:gd name="textAreaTop" fmla="*/ 0 h 27720"/>
                      <a:gd name="textAreaBottom" fmla="*/ 28080 h 27720"/>
                    </a:gdLst>
                    <a:ahLst/>
                    <a:cxnLst/>
                    <a:rect l="textAreaLeft" t="textAreaTop" r="textAreaRight" b="textAreaBottom"/>
                    <a:pathLst>
                      <a:path w="157162" h="25527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040" bIns="140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221" name="Google Shape;911;p28"/>
                <p:cNvSpPr/>
                <p:nvPr/>
              </p:nvSpPr>
              <p:spPr>
                <a:xfrm>
                  <a:off x="5210640" y="3096000"/>
                  <a:ext cx="553320" cy="853920"/>
                </a:xfrm>
                <a:custGeom>
                  <a:avLst/>
                  <a:gdLst>
                    <a:gd name="textAreaLeft" fmla="*/ 0 w 553320"/>
                    <a:gd name="textAreaRight" fmla="*/ 553680 w 553320"/>
                    <a:gd name="textAreaTop" fmla="*/ 0 h 853920"/>
                    <a:gd name="textAreaBottom" fmla="*/ 854280 h 853920"/>
                  </a:gdLst>
                  <a:ahLst/>
                  <a:cxnLst/>
                  <a:rect l="textAreaLeft" t="textAreaTop" r="textAreaRight" b="textAreaBottom"/>
                  <a:pathLst>
                    <a:path w="504158" h="777906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22" name="Google Shape;912;p28"/>
                <p:cNvGrpSpPr/>
                <p:nvPr/>
              </p:nvGrpSpPr>
              <p:grpSpPr>
                <a:xfrm>
                  <a:off x="5275440" y="3575160"/>
                  <a:ext cx="425160" cy="172440"/>
                  <a:chOff x="5275440" y="3575160"/>
                  <a:chExt cx="425160" cy="172440"/>
                </a:xfrm>
              </p:grpSpPr>
              <p:grpSp>
                <p:nvGrpSpPr>
                  <p:cNvPr id="223" name="Google Shape;913;p28"/>
                  <p:cNvGrpSpPr/>
                  <p:nvPr/>
                </p:nvGrpSpPr>
                <p:grpSpPr>
                  <a:xfrm>
                    <a:off x="5275440" y="3575160"/>
                    <a:ext cx="425160" cy="172440"/>
                    <a:chOff x="5275440" y="3575160"/>
                    <a:chExt cx="425160" cy="172440"/>
                  </a:xfrm>
                </p:grpSpPr>
                <p:grpSp>
                  <p:nvGrpSpPr>
                    <p:cNvPr id="224" name="Google Shape;914;p28"/>
                    <p:cNvGrpSpPr/>
                    <p:nvPr/>
                  </p:nvGrpSpPr>
                  <p:grpSpPr>
                    <a:xfrm>
                      <a:off x="5275440" y="3575160"/>
                      <a:ext cx="425160" cy="71640"/>
                      <a:chOff x="5275440" y="3575160"/>
                      <a:chExt cx="425160" cy="71640"/>
                    </a:xfrm>
                  </p:grpSpPr>
                  <p:sp>
                    <p:nvSpPr>
                      <p:cNvPr id="225" name="Google Shape;915;p28"/>
                      <p:cNvSpPr/>
                      <p:nvPr/>
                    </p:nvSpPr>
                    <p:spPr>
                      <a:xfrm>
                        <a:off x="5275440" y="3575160"/>
                        <a:ext cx="425160" cy="71640"/>
                      </a:xfrm>
                      <a:custGeom>
                        <a:avLst/>
                        <a:gdLst>
                          <a:gd name="textAreaLeft" fmla="*/ 0 w 425160"/>
                          <a:gd name="textAreaRight" fmla="*/ 425520 w 425160"/>
                          <a:gd name="textAreaTop" fmla="*/ 0 h 71640"/>
                          <a:gd name="textAreaBottom" fmla="*/ 72000 h 7164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86905" h="65532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36000" bIns="360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226" name="Google Shape;916;p28"/>
                      <p:cNvSpPr/>
                      <p:nvPr/>
                    </p:nvSpPr>
                    <p:spPr>
                      <a:xfrm>
                        <a:off x="5289120" y="3589200"/>
                        <a:ext cx="411120" cy="57600"/>
                      </a:xfrm>
                      <a:custGeom>
                        <a:avLst/>
                        <a:gdLst>
                          <a:gd name="textAreaLeft" fmla="*/ 0 w 411120"/>
                          <a:gd name="textAreaRight" fmla="*/ 411480 w 411120"/>
                          <a:gd name="textAreaTop" fmla="*/ 0 h 57600"/>
                          <a:gd name="textAreaBottom" fmla="*/ 57960 h 5760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74141" h="52864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28800" bIns="288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  <p:grpSp>
                  <p:nvGrpSpPr>
                    <p:cNvPr id="227" name="Google Shape;917;p28"/>
                    <p:cNvGrpSpPr/>
                    <p:nvPr/>
                  </p:nvGrpSpPr>
                  <p:grpSpPr>
                    <a:xfrm>
                      <a:off x="5275440" y="3675960"/>
                      <a:ext cx="425160" cy="71640"/>
                      <a:chOff x="5275440" y="3675960"/>
                      <a:chExt cx="425160" cy="71640"/>
                    </a:xfrm>
                  </p:grpSpPr>
                  <p:sp>
                    <p:nvSpPr>
                      <p:cNvPr id="228" name="Google Shape;918;p28"/>
                      <p:cNvSpPr/>
                      <p:nvPr/>
                    </p:nvSpPr>
                    <p:spPr>
                      <a:xfrm>
                        <a:off x="5275440" y="3675960"/>
                        <a:ext cx="425160" cy="71640"/>
                      </a:xfrm>
                      <a:custGeom>
                        <a:avLst/>
                        <a:gdLst>
                          <a:gd name="textAreaLeft" fmla="*/ 0 w 425160"/>
                          <a:gd name="textAreaRight" fmla="*/ 425520 w 425160"/>
                          <a:gd name="textAreaTop" fmla="*/ 0 h 71640"/>
                          <a:gd name="textAreaBottom" fmla="*/ 72000 h 7164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86905" h="65532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36000" bIns="360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229" name="Google Shape;919;p28"/>
                      <p:cNvSpPr/>
                      <p:nvPr/>
                    </p:nvSpPr>
                    <p:spPr>
                      <a:xfrm>
                        <a:off x="5289120" y="3689640"/>
                        <a:ext cx="411120" cy="57600"/>
                      </a:xfrm>
                      <a:custGeom>
                        <a:avLst/>
                        <a:gdLst>
                          <a:gd name="textAreaLeft" fmla="*/ 0 w 411120"/>
                          <a:gd name="textAreaRight" fmla="*/ 411480 w 411120"/>
                          <a:gd name="textAreaTop" fmla="*/ 0 h 57600"/>
                          <a:gd name="textAreaBottom" fmla="*/ 57960 h 5760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374141" h="52864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28800" bIns="2880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grpSp>
                <p:nvGrpSpPr>
                  <p:cNvPr id="230" name="Google Shape;920;p28"/>
                  <p:cNvGrpSpPr/>
                  <p:nvPr/>
                </p:nvGrpSpPr>
                <p:grpSpPr>
                  <a:xfrm>
                    <a:off x="5398560" y="3610800"/>
                    <a:ext cx="194760" cy="16200"/>
                    <a:chOff x="5398560" y="3610800"/>
                    <a:chExt cx="194760" cy="16200"/>
                  </a:xfrm>
                </p:grpSpPr>
                <p:sp>
                  <p:nvSpPr>
                    <p:cNvPr id="231" name="Google Shape;921;p28"/>
                    <p:cNvSpPr/>
                    <p:nvPr/>
                  </p:nvSpPr>
                  <p:spPr>
                    <a:xfrm>
                      <a:off x="539856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32" name="Google Shape;922;p28"/>
                    <p:cNvSpPr/>
                    <p:nvPr/>
                  </p:nvSpPr>
                  <p:spPr>
                    <a:xfrm>
                      <a:off x="544320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33" name="Google Shape;923;p28"/>
                    <p:cNvSpPr/>
                    <p:nvPr/>
                  </p:nvSpPr>
                  <p:spPr>
                    <a:xfrm>
                      <a:off x="548784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34" name="Google Shape;924;p28"/>
                    <p:cNvSpPr/>
                    <p:nvPr/>
                  </p:nvSpPr>
                  <p:spPr>
                    <a:xfrm>
                      <a:off x="553248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35" name="Google Shape;925;p28"/>
                    <p:cNvSpPr/>
                    <p:nvPr/>
                  </p:nvSpPr>
                  <p:spPr>
                    <a:xfrm>
                      <a:off x="5577120" y="361080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236" name="Google Shape;926;p28"/>
                  <p:cNvGrpSpPr/>
                  <p:nvPr/>
                </p:nvGrpSpPr>
                <p:grpSpPr>
                  <a:xfrm>
                    <a:off x="5398560" y="3707280"/>
                    <a:ext cx="194760" cy="16200"/>
                    <a:chOff x="5398560" y="3707280"/>
                    <a:chExt cx="194760" cy="16200"/>
                  </a:xfrm>
                </p:grpSpPr>
                <p:sp>
                  <p:nvSpPr>
                    <p:cNvPr id="237" name="Google Shape;927;p28"/>
                    <p:cNvSpPr/>
                    <p:nvPr/>
                  </p:nvSpPr>
                  <p:spPr>
                    <a:xfrm>
                      <a:off x="539856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38" name="Google Shape;928;p28"/>
                    <p:cNvSpPr/>
                    <p:nvPr/>
                  </p:nvSpPr>
                  <p:spPr>
                    <a:xfrm>
                      <a:off x="544320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39" name="Google Shape;929;p28"/>
                    <p:cNvSpPr/>
                    <p:nvPr/>
                  </p:nvSpPr>
                  <p:spPr>
                    <a:xfrm>
                      <a:off x="548784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40" name="Google Shape;930;p28"/>
                    <p:cNvSpPr/>
                    <p:nvPr/>
                  </p:nvSpPr>
                  <p:spPr>
                    <a:xfrm>
                      <a:off x="553248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241" name="Google Shape;931;p28"/>
                    <p:cNvSpPr/>
                    <p:nvPr/>
                  </p:nvSpPr>
                  <p:spPr>
                    <a:xfrm>
                      <a:off x="5577120" y="3707280"/>
                      <a:ext cx="16200" cy="16200"/>
                    </a:xfrm>
                    <a:custGeom>
                      <a:avLst/>
                      <a:gdLst>
                        <a:gd name="textAreaLeft" fmla="*/ 0 w 16200"/>
                        <a:gd name="textAreaRight" fmla="*/ 16560 w 16200"/>
                        <a:gd name="textAreaTop" fmla="*/ 0 h 16200"/>
                        <a:gd name="textAreaBottom" fmla="*/ 16560 h 16200"/>
                      </a:gdLst>
                      <a:ahLst/>
                      <a:cxnLst/>
                      <a:rect l="textAreaLeft" t="textAreaTop" r="textAreaRight" b="textAreaBottom"/>
                      <a:pathLst>
                        <a:path w="15049" h="15049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8280" bIns="828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grpSp>
              <p:nvGrpSpPr>
                <p:cNvPr id="242" name="Google Shape;932;p28"/>
                <p:cNvGrpSpPr/>
                <p:nvPr/>
              </p:nvGrpSpPr>
              <p:grpSpPr>
                <a:xfrm>
                  <a:off x="5346000" y="3207960"/>
                  <a:ext cx="283680" cy="283680"/>
                  <a:chOff x="5346000" y="3207960"/>
                  <a:chExt cx="283680" cy="283680"/>
                </a:xfrm>
              </p:grpSpPr>
              <p:sp>
                <p:nvSpPr>
                  <p:cNvPr id="243" name="Google Shape;933;p28"/>
                  <p:cNvSpPr/>
                  <p:nvPr/>
                </p:nvSpPr>
                <p:spPr>
                  <a:xfrm>
                    <a:off x="5346000" y="3207960"/>
                    <a:ext cx="283680" cy="283680"/>
                  </a:xfrm>
                  <a:custGeom>
                    <a:avLst/>
                    <a:gdLst>
                      <a:gd name="textAreaLeft" fmla="*/ 0 w 283680"/>
                      <a:gd name="textAreaRight" fmla="*/ 284040 w 283680"/>
                      <a:gd name="textAreaTop" fmla="*/ 0 h 283680"/>
                      <a:gd name="textAreaBottom" fmla="*/ 284040 h 283680"/>
                    </a:gdLst>
                    <a:ahLst/>
                    <a:cxnLst/>
                    <a:rect l="textAreaLeft" t="textAreaTop" r="textAreaRight" b="textAreaBottom"/>
                    <a:pathLst>
                      <a:path w="258413" h="258317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4" name="Google Shape;934;p28"/>
                  <p:cNvSpPr/>
                  <p:nvPr/>
                </p:nvSpPr>
                <p:spPr>
                  <a:xfrm>
                    <a:off x="5376600" y="3258720"/>
                    <a:ext cx="222480" cy="232920"/>
                  </a:xfrm>
                  <a:custGeom>
                    <a:avLst/>
                    <a:gdLst>
                      <a:gd name="textAreaLeft" fmla="*/ 0 w 222480"/>
                      <a:gd name="textAreaRight" fmla="*/ 222840 w 222480"/>
                      <a:gd name="textAreaTop" fmla="*/ 0 h 232920"/>
                      <a:gd name="textAreaBottom" fmla="*/ 233280 h 232920"/>
                    </a:gdLst>
                    <a:ahLst/>
                    <a:cxnLst/>
                    <a:rect l="textAreaLeft" t="textAreaTop" r="textAreaRight" b="textAreaBottom"/>
                    <a:pathLst>
                      <a:path w="202501" h="212216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245" name="Google Shape;935;p28"/>
              <p:cNvSpPr/>
              <p:nvPr/>
            </p:nvSpPr>
            <p:spPr>
              <a:xfrm>
                <a:off x="5401440" y="4012920"/>
                <a:ext cx="172440" cy="27720"/>
              </a:xfrm>
              <a:custGeom>
                <a:avLst/>
                <a:gdLst>
                  <a:gd name="textAreaLeft" fmla="*/ 0 w 172440"/>
                  <a:gd name="textAreaRight" fmla="*/ 172800 w 172440"/>
                  <a:gd name="textAreaTop" fmla="*/ 0 h 27720"/>
                  <a:gd name="textAreaBottom" fmla="*/ 28080 h 27720"/>
                </a:gdLst>
                <a:ahLst/>
                <a:cxnLst/>
                <a:rect l="textAreaLeft" t="textAreaTop" r="textAreaRight" b="textAreaBottom"/>
                <a:pathLst>
                  <a:path w="157162" h="25527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040" bIns="14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46" name="Rectángulo 245"/>
          <p:cNvSpPr/>
          <p:nvPr/>
        </p:nvSpPr>
        <p:spPr>
          <a:xfrm>
            <a:off x="714240" y="1143000"/>
            <a:ext cx="4114440" cy="12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rgbClr val="35363B"/>
                </a:solidFill>
                <a:effectLst/>
                <a:uFillTx/>
                <a:latin typeface="Epilogue"/>
              </a:rPr>
              <a:t>Favicon y </a:t>
            </a:r>
            <a:r>
              <a:rPr lang="en-US" sz="5000" b="1" u="none" strike="noStrike" dirty="0" err="1" smtClean="0">
                <a:solidFill>
                  <a:srgbClr val="35363B"/>
                </a:solidFill>
                <a:effectLst/>
                <a:uFillTx/>
                <a:latin typeface="Epilogue"/>
              </a:rPr>
              <a:t>MediaQuery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7" name="Rectángulo 246"/>
          <p:cNvSpPr/>
          <p:nvPr/>
        </p:nvSpPr>
        <p:spPr>
          <a:xfrm>
            <a:off x="714240" y="3524400"/>
            <a:ext cx="41144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Agregar icono, entender media queries y aplicarlos en su página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ángulo 247"/>
          <p:cNvSpPr/>
          <p:nvPr/>
        </p:nvSpPr>
        <p:spPr>
          <a:xfrm>
            <a:off x="2009880" y="838080"/>
            <a:ext cx="5114520" cy="101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Favicon: Identidad Visual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Rectángulo 248"/>
          <p:cNvSpPr/>
          <p:nvPr/>
        </p:nvSpPr>
        <p:spPr>
          <a:xfrm>
            <a:off x="2009880" y="2228760"/>
            <a:ext cx="511452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Un favicon es un pequeño archivo de icono asociado a un sitio y se enlaza en el &lt;head&gt; de la página. Puede ser .ico, .png o .svg y suele ceder al tamaño 32x32 o 16x16 para la pestaña del navegador. Por ejemplo, &lt;link rel="icon" href="/favicon.ico"&gt; mostrará el icono en la pestaña. Sitios conocidos como Google o GitHub usan favicons para reforzar la marca y ayudar a identificar pestañas.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5" y="3733800"/>
            <a:ext cx="3514725" cy="140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ángulo redondeado 249"/>
          <p:cNvSpPr/>
          <p:nvPr/>
        </p:nvSpPr>
        <p:spPr>
          <a:xfrm>
            <a:off x="17240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" name="Rectángulo redondeado 250"/>
          <p:cNvSpPr/>
          <p:nvPr/>
        </p:nvSpPr>
        <p:spPr>
          <a:xfrm>
            <a:off x="3086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" name="Rectángulo redondeado 251"/>
          <p:cNvSpPr/>
          <p:nvPr/>
        </p:nvSpPr>
        <p:spPr>
          <a:xfrm>
            <a:off x="4448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" name="Rectángulo redondeado 252"/>
          <p:cNvSpPr/>
          <p:nvPr/>
        </p:nvSpPr>
        <p:spPr>
          <a:xfrm>
            <a:off x="581040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4" name="Rectángulo redondeado 253"/>
          <p:cNvSpPr/>
          <p:nvPr/>
        </p:nvSpPr>
        <p:spPr>
          <a:xfrm>
            <a:off x="7172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5" name="Rectángulo redondeado 254"/>
          <p:cNvSpPr/>
          <p:nvPr/>
        </p:nvSpPr>
        <p:spPr>
          <a:xfrm>
            <a:off x="47628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6" name="Rectángulo redondeado 255"/>
          <p:cNvSpPr/>
          <p:nvPr/>
        </p:nvSpPr>
        <p:spPr>
          <a:xfrm>
            <a:off x="1095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7" name="Rectángulo redondeado 256"/>
          <p:cNvSpPr/>
          <p:nvPr/>
        </p:nvSpPr>
        <p:spPr>
          <a:xfrm>
            <a:off x="18381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Rectángulo redondeado 257"/>
          <p:cNvSpPr/>
          <p:nvPr/>
        </p:nvSpPr>
        <p:spPr>
          <a:xfrm>
            <a:off x="24573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" name="Rectángulo redondeado 258"/>
          <p:cNvSpPr/>
          <p:nvPr/>
        </p:nvSpPr>
        <p:spPr>
          <a:xfrm>
            <a:off x="320040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0" name="Rectángulo redondeado 259"/>
          <p:cNvSpPr/>
          <p:nvPr/>
        </p:nvSpPr>
        <p:spPr>
          <a:xfrm>
            <a:off x="3819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" name="Rectángulo redondeado 260"/>
          <p:cNvSpPr/>
          <p:nvPr/>
        </p:nvSpPr>
        <p:spPr>
          <a:xfrm>
            <a:off x="456264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2" name="Rectángulo redondeado 261"/>
          <p:cNvSpPr/>
          <p:nvPr/>
        </p:nvSpPr>
        <p:spPr>
          <a:xfrm>
            <a:off x="518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" name="Rectángulo redondeado 262"/>
          <p:cNvSpPr/>
          <p:nvPr/>
        </p:nvSpPr>
        <p:spPr>
          <a:xfrm>
            <a:off x="592452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4" name="Rectángulo redondeado 263"/>
          <p:cNvSpPr/>
          <p:nvPr/>
        </p:nvSpPr>
        <p:spPr>
          <a:xfrm>
            <a:off x="65437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" name="Rectángulo redondeado 264"/>
          <p:cNvSpPr/>
          <p:nvPr/>
        </p:nvSpPr>
        <p:spPr>
          <a:xfrm>
            <a:off x="72867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6" name="Rectángulo redondeado 265"/>
          <p:cNvSpPr/>
          <p:nvPr/>
        </p:nvSpPr>
        <p:spPr>
          <a:xfrm>
            <a:off x="7905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" name="Rectángulo 266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Proceso Favicon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Rectángulo 267"/>
          <p:cNvSpPr/>
          <p:nvPr/>
        </p:nvSpPr>
        <p:spPr>
          <a:xfrm>
            <a:off x="47628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Crear/Convertir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Rectángulo 268"/>
          <p:cNvSpPr/>
          <p:nvPr/>
        </p:nvSpPr>
        <p:spPr>
          <a:xfrm>
            <a:off x="476280" y="2619360"/>
            <a:ext cx="1247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Genera favicon.ico 32x32 y favicon-32x32.png con realfavicongenerator.net.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Rectángulo 269"/>
          <p:cNvSpPr/>
          <p:nvPr/>
        </p:nvSpPr>
        <p:spPr>
          <a:xfrm>
            <a:off x="1838160" y="1219320"/>
            <a:ext cx="12474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Ubicación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Rectángulo 270"/>
          <p:cNvSpPr/>
          <p:nvPr/>
        </p:nvSpPr>
        <p:spPr>
          <a:xfrm>
            <a:off x="1838160" y="2619360"/>
            <a:ext cx="1247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Coloca los archivos en la raíz o en /assets/images y verifica la ruta.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Rectángulo 271"/>
          <p:cNvSpPr/>
          <p:nvPr/>
        </p:nvSpPr>
        <p:spPr>
          <a:xfrm>
            <a:off x="3200400" y="1219320"/>
            <a:ext cx="12474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Enlaces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Rectángulo 272"/>
          <p:cNvSpPr/>
          <p:nvPr/>
        </p:nvSpPr>
        <p:spPr>
          <a:xfrm>
            <a:off x="3200400" y="2619360"/>
            <a:ext cx="1247400" cy="25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En index.html, within &lt;head&gt; añade: &lt;link rel="icon" href="/favicon.ico"&gt; y &lt;link rel="icon" type="image/png" sizes="32x32" href="/assets/favicon-32x32.png"&gt;.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Rectángulo 273"/>
          <p:cNvSpPr/>
          <p:nvPr/>
        </p:nvSpPr>
        <p:spPr>
          <a:xfrm>
            <a:off x="4562640" y="1219320"/>
            <a:ext cx="12474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Git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Rectángulo 274"/>
          <p:cNvSpPr/>
          <p:nvPr/>
        </p:nvSpPr>
        <p:spPr>
          <a:xfrm>
            <a:off x="4562640" y="2619360"/>
            <a:ext cx="124740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git add, git commit -m 'Añadir favicon', git push.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" name="Rectángulo 275"/>
          <p:cNvSpPr/>
          <p:nvPr/>
        </p:nvSpPr>
        <p:spPr>
          <a:xfrm>
            <a:off x="5924520" y="1219320"/>
            <a:ext cx="12474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7" name="Rectángulo 276"/>
          <p:cNvSpPr/>
          <p:nvPr/>
        </p:nvSpPr>
        <p:spPr>
          <a:xfrm>
            <a:off x="5924520" y="2619360"/>
            <a:ext cx="1247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Forzar actualización con Ctrl+F5 o usar ventana incógnita si no se ve.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8" name="Rectángulo 277"/>
          <p:cNvSpPr/>
          <p:nvPr/>
        </p:nvSpPr>
        <p:spPr>
          <a:xfrm>
            <a:off x="7286760" y="1219320"/>
            <a:ext cx="12474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Validación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9" name="Rectángulo 278"/>
          <p:cNvSpPr/>
          <p:nvPr/>
        </p:nvSpPr>
        <p:spPr>
          <a:xfrm>
            <a:off x="7286760" y="2619360"/>
            <a:ext cx="1247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Probar en: https://santiclassshhhh.github.io/tp4-commits/ y en /#/riego si corresponde.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ángulo 279"/>
          <p:cNvSpPr/>
          <p:nvPr/>
        </p:nvSpPr>
        <p:spPr>
          <a:xfrm>
            <a:off x="2009880" y="838080"/>
            <a:ext cx="511452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Media Query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1" name="Rectángulo 280"/>
          <p:cNvSpPr/>
          <p:nvPr/>
        </p:nvSpPr>
        <p:spPr>
          <a:xfrm>
            <a:off x="2009880" y="2228760"/>
            <a:ext cx="51145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Una media query es una regla CSS que aplica estilos solo cuando coinciden características del dispositivo, como el ancho de la pantalla. Ejemplo: @media (max-width: 768px) { /</a:t>
            </a:r>
            <a:r>
              <a:rPr lang="en-US" sz="1200" b="0" i="1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 estilos para tabletas y móviles </a:t>
            </a: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/ }. Con ella puedes ajustar fuentes, tamaños de imágenes o la disposición de columnas sin tocar el HTML. Es como ropa con tallas: la misma estructura se adapta a medidas diferentes.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ángulo 281"/>
          <p:cNvSpPr/>
          <p:nvPr/>
        </p:nvSpPr>
        <p:spPr>
          <a:xfrm>
            <a:off x="609480" y="1181160"/>
            <a:ext cx="2590560" cy="18720"/>
          </a:xfrm>
          <a:prstGeom prst="rect">
            <a:avLst/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3" name="Rectángulo 282"/>
          <p:cNvSpPr/>
          <p:nvPr/>
        </p:nvSpPr>
        <p:spPr>
          <a:xfrm>
            <a:off x="3333600" y="1181160"/>
            <a:ext cx="2590560" cy="18720"/>
          </a:xfrm>
          <a:prstGeom prst="rect">
            <a:avLst/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4" name="Rectángulo 283"/>
          <p:cNvSpPr/>
          <p:nvPr/>
        </p:nvSpPr>
        <p:spPr>
          <a:xfrm>
            <a:off x="6058080" y="1181160"/>
            <a:ext cx="3085920" cy="18720"/>
          </a:xfrm>
          <a:prstGeom prst="rect">
            <a:avLst/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5" name="Elipse 284"/>
          <p:cNvSpPr/>
          <p:nvPr/>
        </p:nvSpPr>
        <p:spPr>
          <a:xfrm>
            <a:off x="476280" y="1114560"/>
            <a:ext cx="132840" cy="132840"/>
          </a:xfrm>
          <a:prstGeom prst="ellipse">
            <a:avLst/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6" name="Elipse 285"/>
          <p:cNvSpPr/>
          <p:nvPr/>
        </p:nvSpPr>
        <p:spPr>
          <a:xfrm>
            <a:off x="3200400" y="1114560"/>
            <a:ext cx="132840" cy="132840"/>
          </a:xfrm>
          <a:prstGeom prst="ellipse">
            <a:avLst/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Elipse 286"/>
          <p:cNvSpPr/>
          <p:nvPr/>
        </p:nvSpPr>
        <p:spPr>
          <a:xfrm>
            <a:off x="5924520" y="1114560"/>
            <a:ext cx="132840" cy="132840"/>
          </a:xfrm>
          <a:prstGeom prst="ellipse">
            <a:avLst/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8" name="Rectángulo 287"/>
          <p:cNvSpPr/>
          <p:nvPr/>
        </p:nvSpPr>
        <p:spPr>
          <a:xfrm>
            <a:off x="0" y="3181320"/>
            <a:ext cx="475920" cy="18720"/>
          </a:xfrm>
          <a:prstGeom prst="rect">
            <a:avLst/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9" name="Rectángulo 288"/>
          <p:cNvSpPr/>
          <p:nvPr/>
        </p:nvSpPr>
        <p:spPr>
          <a:xfrm>
            <a:off x="609480" y="3181320"/>
            <a:ext cx="2590560" cy="18720"/>
          </a:xfrm>
          <a:prstGeom prst="rect">
            <a:avLst/>
          </a:prstGeom>
          <a:solidFill>
            <a:srgbClr val="6F7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0" name="Elipse 289"/>
          <p:cNvSpPr/>
          <p:nvPr/>
        </p:nvSpPr>
        <p:spPr>
          <a:xfrm>
            <a:off x="476280" y="3114720"/>
            <a:ext cx="132840" cy="132840"/>
          </a:xfrm>
          <a:prstGeom prst="ellipse">
            <a:avLst/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1" name="Elipse 290"/>
          <p:cNvSpPr/>
          <p:nvPr/>
        </p:nvSpPr>
        <p:spPr>
          <a:xfrm>
            <a:off x="3200400" y="3114720"/>
            <a:ext cx="132840" cy="132840"/>
          </a:xfrm>
          <a:prstGeom prst="ellipse">
            <a:avLst/>
          </a:prstGeom>
          <a:solidFill>
            <a:srgbClr val="CED0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2" name="Rectángulo 291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Media Query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3" name="Rectángulo 292"/>
          <p:cNvSpPr/>
          <p:nvPr/>
        </p:nvSpPr>
        <p:spPr>
          <a:xfrm>
            <a:off x="476280" y="129528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Mobile-First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4" name="Rectángulo 293"/>
          <p:cNvSpPr/>
          <p:nvPr/>
        </p:nvSpPr>
        <p:spPr>
          <a:xfrm>
            <a:off x="476280" y="1962000"/>
            <a:ext cx="257148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Adoptar mobile-first: escribe estilos base para móviles y añade @media (min-width: 769px) para pantallas más grandes.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5" name="Rectángulo 294"/>
          <p:cNvSpPr/>
          <p:nvPr/>
        </p:nvSpPr>
        <p:spPr>
          <a:xfrm>
            <a:off x="3200400" y="129528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Puntos de quiebre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6" name="Rectángulo 295"/>
          <p:cNvSpPr/>
          <p:nvPr/>
        </p:nvSpPr>
        <p:spPr>
          <a:xfrm>
            <a:off x="3200400" y="196200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Identifica puntos de quiebre: 480px móviles pequeños, 768px tabletas, 1024px pantallas medianas.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7" name="Rectángulo 296"/>
          <p:cNvSpPr/>
          <p:nvPr/>
        </p:nvSpPr>
        <p:spPr>
          <a:xfrm>
            <a:off x="5924520" y="129528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Reglas a ajustar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8" name="Rectángulo 297"/>
          <p:cNvSpPr/>
          <p:nvPr/>
        </p:nvSpPr>
        <p:spPr>
          <a:xfrm>
            <a:off x="5924520" y="1962000"/>
            <a:ext cx="257148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Reglas comunes a ajustar: layout (.grid → .stack), tamaños de fuente e imágenes (width: 100%; height: auto).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9" name="Rectángulo 298"/>
          <p:cNvSpPr/>
          <p:nvPr/>
        </p:nvSpPr>
        <p:spPr>
          <a:xfrm>
            <a:off x="476280" y="329580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Pruebas DevTools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0" name="Rectángulo 299"/>
          <p:cNvSpPr/>
          <p:nvPr/>
        </p:nvSpPr>
        <p:spPr>
          <a:xfrm>
            <a:off x="476280" y="396252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Prueba con DevTools (responsive toolbar) y en al menos un teléfono real o emulador.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1" name="Rectángulo 300"/>
          <p:cNvSpPr/>
          <p:nvPr/>
        </p:nvSpPr>
        <p:spPr>
          <a:xfrm>
            <a:off x="3200400" y="329580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5363B"/>
                </a:solidFill>
                <a:effectLst/>
                <a:uFillTx/>
                <a:latin typeface="Epilogue"/>
              </a:rPr>
              <a:t>Commit y Publicar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2" name="Rectángulo 301"/>
          <p:cNvSpPr/>
          <p:nvPr/>
        </p:nvSpPr>
        <p:spPr>
          <a:xfrm>
            <a:off x="3200400" y="396252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Commit y push de los cambios y revisar la versión publicada en GitHub Pages.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ángulo 302"/>
          <p:cNvSpPr/>
          <p:nvPr/>
        </p:nvSpPr>
        <p:spPr>
          <a:xfrm>
            <a:off x="2009880" y="838080"/>
            <a:ext cx="511452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 err="1">
                <a:solidFill>
                  <a:srgbClr val="35363B"/>
                </a:solidFill>
                <a:effectLst/>
                <a:uFillTx/>
                <a:latin typeface="Epilogue"/>
              </a:rPr>
              <a:t>Resultados</a:t>
            </a:r>
            <a:r>
              <a:rPr lang="en-US" sz="4000" b="1" u="none" strike="noStrike" dirty="0">
                <a:solidFill>
                  <a:srgbClr val="35363B"/>
                </a:solidFill>
                <a:effectLst/>
                <a:uFillTx/>
                <a:latin typeface="Epilogue"/>
              </a:rPr>
              <a:t> Clave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4" name="Rectángulo 303"/>
          <p:cNvSpPr/>
          <p:nvPr/>
        </p:nvSpPr>
        <p:spPr>
          <a:xfrm>
            <a:off x="2009880" y="2228760"/>
            <a:ext cx="511452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- Al finalizar, sabrás qué es un favicon y cómo incluirlo correctamente en el head de tu proyecto.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- Saber qué son las media queries y cómo usarlas para adaptar estilos por ancho de pantalla.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- Seguir los pasos concretos para editar, probar y desplegar estas modificaciones en GitHub Pages.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5363B"/>
                </a:solidFill>
                <a:effectLst/>
                <a:uFillTx/>
                <a:latin typeface="Lato"/>
              </a:rPr>
              <a:t>- Buenas prácticas de compatibilidad y rendimiento para iconos y CSS responsivo.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 rot="20412180">
            <a:off x="3996803" y="325543"/>
            <a:ext cx="2453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err="1" smtClean="0">
                <a:latin typeface="Gummy Bear" pitchFamily="2" charset="0"/>
              </a:rPr>
              <a:t>Luchito</a:t>
            </a:r>
            <a:r>
              <a:rPr lang="es-ES" dirty="0" smtClean="0">
                <a:latin typeface="Gummy Bear" pitchFamily="2" charset="0"/>
              </a:rPr>
              <a:t> </a:t>
            </a:r>
            <a:endParaRPr lang="en-US" dirty="0">
              <a:latin typeface="Gummy Bear" pitchFamily="2" charset="0"/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/>
          </p:nvPr>
        </p:nvSpPr>
        <p:spPr>
          <a:xfrm>
            <a:off x="184825" y="133437"/>
            <a:ext cx="8706256" cy="468175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dirty="0" smtClean="0">
                <a:solidFill>
                  <a:srgbClr val="35363B"/>
                </a:solidFill>
                <a:latin typeface="Epilogue"/>
              </a:rPr>
              <a:t>Mas </a:t>
            </a:r>
            <a:r>
              <a:rPr lang="en-US" b="1" dirty="0" err="1" smtClean="0">
                <a:solidFill>
                  <a:srgbClr val="35363B"/>
                </a:solidFill>
                <a:latin typeface="Epilogue"/>
              </a:rPr>
              <a:t>cosas</a:t>
            </a:r>
            <a:r>
              <a:rPr lang="en-US" b="1" dirty="0" smtClean="0">
                <a:solidFill>
                  <a:srgbClr val="35363B"/>
                </a:solidFill>
                <a:latin typeface="Epilogue"/>
              </a:rPr>
              <a:t> y </a:t>
            </a:r>
            <a:r>
              <a:rPr lang="en-US" b="1" dirty="0" err="1" smtClean="0">
                <a:solidFill>
                  <a:srgbClr val="35363B"/>
                </a:solidFill>
                <a:latin typeface="Epilogue"/>
              </a:rPr>
              <a:t>Conclucion</a:t>
            </a:r>
            <a:endParaRPr lang="en-US" b="1" dirty="0" smtClean="0">
              <a:solidFill>
                <a:srgbClr val="35363B"/>
              </a:solidFill>
              <a:latin typeface="Epilogue"/>
            </a:endParaRPr>
          </a:p>
          <a:p>
            <a:endParaRPr lang="es-ES" sz="1800" dirty="0" smtClean="0"/>
          </a:p>
          <a:p>
            <a:endParaRPr lang="es-ES" sz="1800" dirty="0" smtClean="0"/>
          </a:p>
          <a:p>
            <a:r>
              <a:rPr lang="es-ES" sz="1800" dirty="0" smtClean="0"/>
              <a:t>Durante estas clases con Lucho y Kevin aprendimos a desarrollar páginas web desde cero utilizando las tecnologías fundamentales de la web: </a:t>
            </a:r>
            <a:r>
              <a:rPr lang="es-ES" sz="1800" b="1" dirty="0" smtClean="0"/>
              <a:t>HTML</a:t>
            </a:r>
            <a:r>
              <a:rPr lang="es-ES" sz="1800" dirty="0" smtClean="0"/>
              <a:t> para la estructura, </a:t>
            </a:r>
            <a:r>
              <a:rPr lang="es-ES" sz="1800" b="1" dirty="0" smtClean="0"/>
              <a:t>CSS</a:t>
            </a:r>
            <a:r>
              <a:rPr lang="es-ES" sz="1800" dirty="0" smtClean="0"/>
              <a:t> para el diseño visual y </a:t>
            </a:r>
            <a:r>
              <a:rPr lang="es-ES" sz="1800" b="1" dirty="0" smtClean="0"/>
              <a:t>JavaScript</a:t>
            </a:r>
            <a:r>
              <a:rPr lang="es-ES" sz="1800" dirty="0" smtClean="0"/>
              <a:t> para sumarle interactividad y dinamismo. Además, incorporamos el uso de </a:t>
            </a:r>
            <a:r>
              <a:rPr lang="es-ES" sz="1800" b="1" dirty="0" smtClean="0"/>
              <a:t>GitHub</a:t>
            </a:r>
            <a:r>
              <a:rPr lang="es-ES" sz="1800" dirty="0" smtClean="0"/>
              <a:t>, una herramienta clave para almacenar, organizar y gestionar nuestros proyectos como si fuera una bitácora digital.</a:t>
            </a:r>
          </a:p>
          <a:p>
            <a:r>
              <a:rPr lang="es-ES" sz="1800" dirty="0" smtClean="0"/>
              <a:t>La combinación de estos lenguajes y herramientas nos brinda un dominio integral del proceso de desarrollo web, permitiéndonos integrar múltiples conocimientos para crear páginas funcionales, atractivas y con un acabado completamente profesional.</a:t>
            </a:r>
          </a:p>
          <a:p>
            <a:pPr marL="0" indent="0">
              <a:lnSpc>
                <a:spcPct val="100000"/>
              </a:lnSpc>
              <a:buNone/>
              <a:tabLst>
                <a:tab pos="0" algn="l"/>
              </a:tabLst>
            </a:pPr>
            <a:endParaRPr lang="es-ES" b="1" dirty="0">
              <a:solidFill>
                <a:srgbClr val="35363B"/>
              </a:solidFill>
              <a:latin typeface="Epilogue"/>
            </a:endParaRPr>
          </a:p>
          <a:p>
            <a:pPr marL="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" name="CuadroTexto 4"/>
          <p:cNvSpPr txBox="1"/>
          <p:nvPr/>
        </p:nvSpPr>
        <p:spPr>
          <a:xfrm rot="1226505">
            <a:off x="6026642" y="4121304"/>
            <a:ext cx="2453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>
                <a:latin typeface="Gummy Bear" pitchFamily="2" charset="0"/>
              </a:rPr>
              <a:t>Kevin </a:t>
            </a:r>
            <a:endParaRPr lang="en-US" sz="4000" dirty="0">
              <a:latin typeface="Gummy Be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058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2365647" y="564480"/>
            <a:ext cx="4560666" cy="1492716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8500" b="1" dirty="0" smtClean="0">
                <a:solidFill>
                  <a:schemeClr val="dk1"/>
                </a:solidFill>
                <a:latin typeface="Epilogue"/>
                <a:ea typeface="Epilogue"/>
              </a:rPr>
              <a:t>Gracias</a:t>
            </a:r>
            <a:r>
              <a:rPr lang="en" sz="8500" b="1" u="none" strike="noStrike" dirty="0" smtClean="0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!</a:t>
            </a:r>
            <a:endParaRPr lang="fr-FR" sz="8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ubTitle"/>
          </p:nvPr>
        </p:nvSpPr>
        <p:spPr>
          <a:xfrm>
            <a:off x="2343240" y="1838160"/>
            <a:ext cx="4447800" cy="9233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dirty="0" smtClean="0">
                <a:solidFill>
                  <a:schemeClr val="dk1"/>
                </a:solidFill>
                <a:latin typeface="Lato"/>
              </a:rPr>
              <a:t>T</a:t>
            </a:r>
            <a:r>
              <a:rPr lang="en" sz="1600" b="1" dirty="0" smtClean="0">
                <a:solidFill>
                  <a:schemeClr val="dk1"/>
                </a:solidFill>
                <a:latin typeface="Lato"/>
              </a:rPr>
              <a:t>ienes mas preguntas?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1" dirty="0" smtClean="0">
                <a:solidFill>
                  <a:schemeClr val="dk1"/>
                </a:solidFill>
                <a:latin typeface="Lato"/>
              </a:rPr>
              <a:t>Contactame al: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1" u="none" strike="noStrike" dirty="0" smtClean="0">
                <a:solidFill>
                  <a:schemeClr val="dk1"/>
                </a:solidFill>
                <a:effectLst/>
                <a:uFillTx/>
                <a:latin typeface="Lato"/>
              </a:rPr>
              <a:t>11 6789-2557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08" name="Google Shape;1492;p48"/>
          <p:cNvGrpSpPr/>
          <p:nvPr/>
        </p:nvGrpSpPr>
        <p:grpSpPr>
          <a:xfrm>
            <a:off x="5298480" y="3061440"/>
            <a:ext cx="369720" cy="363960"/>
            <a:chOff x="5298480" y="3061440"/>
            <a:chExt cx="369720" cy="363960"/>
          </a:xfrm>
        </p:grpSpPr>
        <p:grpSp>
          <p:nvGrpSpPr>
            <p:cNvPr id="309" name="Google Shape;1493;p48"/>
            <p:cNvGrpSpPr/>
            <p:nvPr/>
          </p:nvGrpSpPr>
          <p:grpSpPr>
            <a:xfrm>
              <a:off x="5298480" y="3061440"/>
              <a:ext cx="362880" cy="363960"/>
              <a:chOff x="5298480" y="3061440"/>
              <a:chExt cx="362880" cy="363960"/>
            </a:xfrm>
          </p:grpSpPr>
          <p:sp>
            <p:nvSpPr>
              <p:cNvPr id="310" name="Google Shape;1494;p48"/>
              <p:cNvSpPr/>
              <p:nvPr/>
            </p:nvSpPr>
            <p:spPr>
              <a:xfrm>
                <a:off x="5298480" y="3061440"/>
                <a:ext cx="362880" cy="363960"/>
              </a:xfrm>
              <a:custGeom>
                <a:avLst/>
                <a:gdLst>
                  <a:gd name="textAreaLeft" fmla="*/ 0 w 362880"/>
                  <a:gd name="textAreaRight" fmla="*/ 363240 w 36288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208483" h="208483">
                    <a:moveTo>
                      <a:pt x="104241" y="0"/>
                    </a:moveTo>
                    <a:cubicBezTo>
                      <a:pt x="46667" y="0"/>
                      <a:pt x="0" y="46667"/>
                      <a:pt x="0" y="104241"/>
                    </a:cubicBezTo>
                    <a:cubicBezTo>
                      <a:pt x="0" y="161816"/>
                      <a:pt x="46667" y="208483"/>
                      <a:pt x="104241" y="208483"/>
                    </a:cubicBezTo>
                    <a:cubicBezTo>
                      <a:pt x="161816" y="208483"/>
                      <a:pt x="208482" y="161816"/>
                      <a:pt x="208482" y="104241"/>
                    </a:cubicBezTo>
                    <a:cubicBezTo>
                      <a:pt x="208482" y="46667"/>
                      <a:pt x="161816" y="0"/>
                      <a:pt x="104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" name="Google Shape;1495;p48"/>
              <p:cNvSpPr/>
              <p:nvPr/>
            </p:nvSpPr>
            <p:spPr>
              <a:xfrm>
                <a:off x="5380560" y="3130200"/>
                <a:ext cx="198720" cy="226800"/>
              </a:xfrm>
              <a:custGeom>
                <a:avLst/>
                <a:gdLst>
                  <a:gd name="textAreaLeft" fmla="*/ 0 w 198720"/>
                  <a:gd name="textAreaRight" fmla="*/ 199080 w 198720"/>
                  <a:gd name="textAreaTop" fmla="*/ 0 h 226800"/>
                  <a:gd name="textAreaBottom" fmla="*/ 227160 h 226800"/>
                </a:gdLst>
                <a:ahLst/>
                <a:cxnLst/>
                <a:rect l="textAreaLeft" t="textAreaTop" r="textAreaRight" b="textAreaBottom"/>
                <a:pathLst>
                  <a:path w="130928" h="148841">
                    <a:moveTo>
                      <a:pt x="70184" y="0"/>
                    </a:moveTo>
                    <a:cubicBezTo>
                      <a:pt x="67749" y="0"/>
                      <a:pt x="65781" y="1968"/>
                      <a:pt x="65781" y="4370"/>
                    </a:cubicBezTo>
                    <a:lnTo>
                      <a:pt x="65781" y="100105"/>
                    </a:lnTo>
                    <a:cubicBezTo>
                      <a:pt x="65781" y="106844"/>
                      <a:pt x="61744" y="112915"/>
                      <a:pt x="55507" y="115483"/>
                    </a:cubicBezTo>
                    <a:cubicBezTo>
                      <a:pt x="53445" y="116348"/>
                      <a:pt x="51279" y="116767"/>
                      <a:pt x="49132" y="116767"/>
                    </a:cubicBezTo>
                    <a:cubicBezTo>
                      <a:pt x="44819" y="116767"/>
                      <a:pt x="40578" y="115076"/>
                      <a:pt x="37394" y="111914"/>
                    </a:cubicBezTo>
                    <a:cubicBezTo>
                      <a:pt x="32624" y="107177"/>
                      <a:pt x="31156" y="100039"/>
                      <a:pt x="33691" y="93801"/>
                    </a:cubicBezTo>
                    <a:cubicBezTo>
                      <a:pt x="36260" y="87563"/>
                      <a:pt x="42297" y="83493"/>
                      <a:pt x="49035" y="83460"/>
                    </a:cubicBezTo>
                    <a:cubicBezTo>
                      <a:pt x="51437" y="83460"/>
                      <a:pt x="53405" y="81492"/>
                      <a:pt x="53405" y="79090"/>
                    </a:cubicBezTo>
                    <a:lnTo>
                      <a:pt x="53405" y="55740"/>
                    </a:lnTo>
                    <a:cubicBezTo>
                      <a:pt x="53405" y="53305"/>
                      <a:pt x="51437" y="51370"/>
                      <a:pt x="49035" y="51370"/>
                    </a:cubicBezTo>
                    <a:cubicBezTo>
                      <a:pt x="21983" y="51370"/>
                      <a:pt x="0" y="73253"/>
                      <a:pt x="0" y="100105"/>
                    </a:cubicBezTo>
                    <a:cubicBezTo>
                      <a:pt x="0" y="126991"/>
                      <a:pt x="21949" y="148840"/>
                      <a:pt x="49002" y="148840"/>
                    </a:cubicBezTo>
                    <a:cubicBezTo>
                      <a:pt x="76021" y="148840"/>
                      <a:pt x="98037" y="126991"/>
                      <a:pt x="98037" y="100105"/>
                    </a:cubicBezTo>
                    <a:lnTo>
                      <a:pt x="98037" y="57742"/>
                    </a:lnTo>
                    <a:cubicBezTo>
                      <a:pt x="106751" y="62347"/>
                      <a:pt x="116484" y="64780"/>
                      <a:pt x="126356" y="64780"/>
                    </a:cubicBezTo>
                    <a:cubicBezTo>
                      <a:pt x="126423" y="64780"/>
                      <a:pt x="126490" y="64780"/>
                      <a:pt x="126557" y="64780"/>
                    </a:cubicBezTo>
                    <a:cubicBezTo>
                      <a:pt x="128959" y="64780"/>
                      <a:pt x="130927" y="62812"/>
                      <a:pt x="130927" y="60410"/>
                    </a:cubicBezTo>
                    <a:lnTo>
                      <a:pt x="130927" y="37094"/>
                    </a:lnTo>
                    <a:cubicBezTo>
                      <a:pt x="130927" y="34658"/>
                      <a:pt x="128959" y="32724"/>
                      <a:pt x="126557" y="32724"/>
                    </a:cubicBezTo>
                    <a:cubicBezTo>
                      <a:pt x="110813" y="32724"/>
                      <a:pt x="98037" y="19981"/>
                      <a:pt x="98037" y="4370"/>
                    </a:cubicBezTo>
                    <a:cubicBezTo>
                      <a:pt x="98037" y="1968"/>
                      <a:pt x="96069" y="0"/>
                      <a:pt x="93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12" name="Google Shape;1496;p48"/>
            <p:cNvSpPr/>
            <p:nvPr/>
          </p:nvSpPr>
          <p:spPr>
            <a:xfrm>
              <a:off x="5456880" y="3061440"/>
              <a:ext cx="211320" cy="36396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7926" h="13602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000000">
                <a:alpha val="1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3" name="Google Shape;1497;p48"/>
          <p:cNvGrpSpPr/>
          <p:nvPr/>
        </p:nvGrpSpPr>
        <p:grpSpPr>
          <a:xfrm>
            <a:off x="4386960" y="3065400"/>
            <a:ext cx="362880" cy="356040"/>
            <a:chOff x="4386960" y="3065400"/>
            <a:chExt cx="362880" cy="356040"/>
          </a:xfrm>
        </p:grpSpPr>
        <p:sp>
          <p:nvSpPr>
            <p:cNvPr id="314" name="Google Shape;1498;p48"/>
            <p:cNvSpPr/>
            <p:nvPr/>
          </p:nvSpPr>
          <p:spPr>
            <a:xfrm>
              <a:off x="4386960" y="3065400"/>
              <a:ext cx="356400" cy="3560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3613" h="13599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499;p48"/>
            <p:cNvSpPr/>
            <p:nvPr/>
          </p:nvSpPr>
          <p:spPr>
            <a:xfrm>
              <a:off x="4542120" y="3065400"/>
              <a:ext cx="207720" cy="35604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7941" h="13602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rgbClr val="000000">
                <a:alpha val="1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500;p48"/>
            <p:cNvSpPr/>
            <p:nvPr/>
          </p:nvSpPr>
          <p:spPr>
            <a:xfrm>
              <a:off x="4471920" y="3212280"/>
              <a:ext cx="38880" cy="11664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116640"/>
                <a:gd name="textAreaBottom" fmla="*/ 117000 h 116640"/>
              </a:gdLst>
              <a:ahLst/>
              <a:cxnLst/>
              <a:rect l="textAreaLeft" t="textAreaTop" r="textAreaRight" b="textAreaBottom"/>
              <a:pathLst>
                <a:path w="1502" h="4461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501;p48"/>
            <p:cNvSpPr/>
            <p:nvPr/>
          </p:nvSpPr>
          <p:spPr>
            <a:xfrm>
              <a:off x="4456080" y="3142440"/>
              <a:ext cx="55080" cy="4716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2109" h="1811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502;p48"/>
            <p:cNvSpPr/>
            <p:nvPr/>
          </p:nvSpPr>
          <p:spPr>
            <a:xfrm>
              <a:off x="4549680" y="3212280"/>
              <a:ext cx="124560" cy="11700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4765" h="4477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9" name="Google Shape;1503;p48"/>
          <p:cNvGrpSpPr/>
          <p:nvPr/>
        </p:nvGrpSpPr>
        <p:grpSpPr>
          <a:xfrm>
            <a:off x="4842720" y="3065400"/>
            <a:ext cx="362520" cy="356040"/>
            <a:chOff x="4842720" y="3065400"/>
            <a:chExt cx="362520" cy="356040"/>
          </a:xfrm>
        </p:grpSpPr>
        <p:sp>
          <p:nvSpPr>
            <p:cNvPr id="320" name="Google Shape;1504;p48"/>
            <p:cNvSpPr/>
            <p:nvPr/>
          </p:nvSpPr>
          <p:spPr>
            <a:xfrm>
              <a:off x="4842720" y="3065400"/>
              <a:ext cx="356040" cy="356040"/>
            </a:xfrm>
            <a:custGeom>
              <a:avLst/>
              <a:gdLst>
                <a:gd name="textAreaLeft" fmla="*/ 0 w 356040"/>
                <a:gd name="textAreaRight" fmla="*/ 356400 w 35604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3599" h="13599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505;p48"/>
            <p:cNvSpPr/>
            <p:nvPr/>
          </p:nvSpPr>
          <p:spPr>
            <a:xfrm>
              <a:off x="4997520" y="3065400"/>
              <a:ext cx="207720" cy="35604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7941" h="13602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rgbClr val="000000">
                <a:alpha val="1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506;p48"/>
            <p:cNvSpPr/>
            <p:nvPr/>
          </p:nvSpPr>
          <p:spPr>
            <a:xfrm>
              <a:off x="4919040" y="3157560"/>
              <a:ext cx="227520" cy="187200"/>
            </a:xfrm>
            <a:custGeom>
              <a:avLst/>
              <a:gdLst>
                <a:gd name="textAreaLeft" fmla="*/ 0 w 227520"/>
                <a:gd name="textAreaRight" fmla="*/ 227880 w 227520"/>
                <a:gd name="textAreaTop" fmla="*/ 0 h 187200"/>
                <a:gd name="textAreaBottom" fmla="*/ 187560 h 187200"/>
              </a:gdLst>
              <a:ahLst/>
              <a:cxnLst/>
              <a:rect l="textAreaLeft" t="textAreaTop" r="textAreaRight" b="textAreaBottom"/>
              <a:pathLst>
                <a:path w="8688" h="7151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rgbClr val="FDFDF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3" name="Google Shape;1507;p48"/>
          <p:cNvGrpSpPr/>
          <p:nvPr/>
        </p:nvGrpSpPr>
        <p:grpSpPr>
          <a:xfrm>
            <a:off x="3931200" y="3065400"/>
            <a:ext cx="362520" cy="356400"/>
            <a:chOff x="3931200" y="3065400"/>
            <a:chExt cx="362520" cy="356400"/>
          </a:xfrm>
        </p:grpSpPr>
        <p:grpSp>
          <p:nvGrpSpPr>
            <p:cNvPr id="324" name="Google Shape;1508;p48"/>
            <p:cNvGrpSpPr/>
            <p:nvPr/>
          </p:nvGrpSpPr>
          <p:grpSpPr>
            <a:xfrm>
              <a:off x="3931200" y="3065400"/>
              <a:ext cx="362520" cy="356400"/>
              <a:chOff x="3931200" y="3065400"/>
              <a:chExt cx="362520" cy="356400"/>
            </a:xfrm>
          </p:grpSpPr>
          <p:sp>
            <p:nvSpPr>
              <p:cNvPr id="325" name="Google Shape;1509;p48"/>
              <p:cNvSpPr/>
              <p:nvPr/>
            </p:nvSpPr>
            <p:spPr>
              <a:xfrm>
                <a:off x="3931200" y="3065400"/>
                <a:ext cx="356400" cy="356040"/>
              </a:xfrm>
              <a:custGeom>
                <a:avLst/>
                <a:gdLst>
                  <a:gd name="textAreaLeft" fmla="*/ 0 w 356400"/>
                  <a:gd name="textAreaRight" fmla="*/ 356760 w 356400"/>
                  <a:gd name="textAreaTop" fmla="*/ 0 h 356040"/>
                  <a:gd name="textAreaBottom" fmla="*/ 356400 h 356040"/>
                </a:gdLst>
                <a:ahLst/>
                <a:cxnLst/>
                <a:rect l="textAreaLeft" t="textAreaTop" r="textAreaRight" b="textAreaBottom"/>
                <a:pathLst>
                  <a:path w="13613" h="13599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" name="Google Shape;1510;p48"/>
              <p:cNvSpPr/>
              <p:nvPr/>
            </p:nvSpPr>
            <p:spPr>
              <a:xfrm>
                <a:off x="4086360" y="3065400"/>
                <a:ext cx="207360" cy="356400"/>
              </a:xfrm>
              <a:custGeom>
                <a:avLst/>
                <a:gdLst>
                  <a:gd name="textAreaLeft" fmla="*/ 0 w 207360"/>
                  <a:gd name="textAreaRight" fmla="*/ 207720 w 207360"/>
                  <a:gd name="textAreaTop" fmla="*/ 0 h 356400"/>
                  <a:gd name="textAreaBottom" fmla="*/ 356760 h 356400"/>
                </a:gdLst>
                <a:ahLst/>
                <a:cxnLst/>
                <a:rect l="textAreaLeft" t="textAreaTop" r="textAreaRight" b="textAreaBottom"/>
                <a:pathLst>
                  <a:path w="7926" h="13613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rgbClr val="000000">
                  <a:alpha val="1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7" name="Google Shape;1511;p48"/>
            <p:cNvGrpSpPr/>
            <p:nvPr/>
          </p:nvGrpSpPr>
          <p:grpSpPr>
            <a:xfrm>
              <a:off x="4011480" y="3142800"/>
              <a:ext cx="201960" cy="201960"/>
              <a:chOff x="4011480" y="3142800"/>
              <a:chExt cx="201960" cy="201960"/>
            </a:xfrm>
          </p:grpSpPr>
          <p:sp>
            <p:nvSpPr>
              <p:cNvPr id="328" name="Google Shape;1512;p48"/>
              <p:cNvSpPr/>
              <p:nvPr/>
            </p:nvSpPr>
            <p:spPr>
              <a:xfrm>
                <a:off x="4011480" y="3142800"/>
                <a:ext cx="201960" cy="201960"/>
              </a:xfrm>
              <a:custGeom>
                <a:avLst/>
                <a:gdLst>
                  <a:gd name="textAreaLeft" fmla="*/ 0 w 201960"/>
                  <a:gd name="textAreaRight" fmla="*/ 202320 w 201960"/>
                  <a:gd name="textAreaTop" fmla="*/ 0 h 201960"/>
                  <a:gd name="textAreaBottom" fmla="*/ 202320 h 20196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1513;p48"/>
              <p:cNvSpPr/>
              <p:nvPr/>
            </p:nvSpPr>
            <p:spPr>
              <a:xfrm>
                <a:off x="4066560" y="3197880"/>
                <a:ext cx="91800" cy="9144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30" name="Google Shape;1514;p48"/>
          <p:cNvGrpSpPr/>
          <p:nvPr/>
        </p:nvGrpSpPr>
        <p:grpSpPr>
          <a:xfrm>
            <a:off x="3475440" y="3065400"/>
            <a:ext cx="362520" cy="356760"/>
            <a:chOff x="3475440" y="3065400"/>
            <a:chExt cx="362520" cy="356760"/>
          </a:xfrm>
        </p:grpSpPr>
        <p:sp>
          <p:nvSpPr>
            <p:cNvPr id="331" name="Google Shape;1515;p48"/>
            <p:cNvSpPr/>
            <p:nvPr/>
          </p:nvSpPr>
          <p:spPr>
            <a:xfrm>
              <a:off x="3475440" y="3065400"/>
              <a:ext cx="356400" cy="3560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13613" h="13599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516;p48"/>
            <p:cNvSpPr/>
            <p:nvPr/>
          </p:nvSpPr>
          <p:spPr>
            <a:xfrm>
              <a:off x="3630600" y="3065400"/>
              <a:ext cx="207360" cy="356040"/>
            </a:xfrm>
            <a:custGeom>
              <a:avLst/>
              <a:gdLst>
                <a:gd name="textAreaLeft" fmla="*/ 0 w 207360"/>
                <a:gd name="textAreaRight" fmla="*/ 207720 w 20736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7926" h="13602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000000">
                <a:alpha val="1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517;p48"/>
            <p:cNvSpPr/>
            <p:nvPr/>
          </p:nvSpPr>
          <p:spPr>
            <a:xfrm>
              <a:off x="3537720" y="3142800"/>
              <a:ext cx="193680" cy="279360"/>
            </a:xfrm>
            <a:custGeom>
              <a:avLst/>
              <a:gdLst>
                <a:gd name="textAreaLeft" fmla="*/ 0 w 193680"/>
                <a:gd name="textAreaRight" fmla="*/ 194040 w 193680"/>
                <a:gd name="textAreaTop" fmla="*/ 0 h 279360"/>
                <a:gd name="textAreaBottom" fmla="*/ 279720 h 279360"/>
              </a:gdLst>
              <a:ahLst/>
              <a:cxnLst/>
              <a:rect l="textAreaLeft" t="textAreaTop" r="textAreaRight" b="textAreaBottom"/>
              <a:pathLst>
                <a:path w="7407" h="10668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rgbClr val="FDFDF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4" name="Google Shape;1518;p48"/>
          <p:cNvGrpSpPr/>
          <p:nvPr/>
        </p:nvGrpSpPr>
        <p:grpSpPr>
          <a:xfrm>
            <a:off x="8425800" y="3262320"/>
            <a:ext cx="27000" cy="532080"/>
            <a:chOff x="8425800" y="3262320"/>
            <a:chExt cx="27000" cy="532080"/>
          </a:xfrm>
        </p:grpSpPr>
        <p:sp>
          <p:nvSpPr>
            <p:cNvPr id="335" name="Google Shape;1519;p48"/>
            <p:cNvSpPr/>
            <p:nvPr/>
          </p:nvSpPr>
          <p:spPr>
            <a:xfrm>
              <a:off x="8439480" y="3274920"/>
              <a:ext cx="10080" cy="50616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506160"/>
                <a:gd name="textAreaBottom" fmla="*/ 506520 h 506160"/>
              </a:gdLst>
              <a:ahLst/>
              <a:cxnLst/>
              <a:rect l="textAreaLeft" t="textAreaTop" r="textAreaRight" b="textAreaBottom"/>
              <a:pathLst>
                <a:path w="9525" h="460724">
                  <a:moveTo>
                    <a:pt x="0" y="460724"/>
                  </a:moveTo>
                  <a:lnTo>
                    <a:pt x="0" y="0"/>
                  </a:lnTo>
                </a:path>
              </a:pathLst>
            </a:custGeom>
            <a:noFill/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520;p48"/>
            <p:cNvSpPr/>
            <p:nvPr/>
          </p:nvSpPr>
          <p:spPr>
            <a:xfrm>
              <a:off x="8425800" y="3767400"/>
              <a:ext cx="27000" cy="270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4765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3" y="24765"/>
                  </a:cubicBezTo>
                  <a:cubicBezTo>
                    <a:pt x="5525" y="24765"/>
                    <a:pt x="0" y="19240"/>
                    <a:pt x="0" y="12382"/>
                  </a:cubicBezTo>
                  <a:cubicBezTo>
                    <a:pt x="0" y="5524"/>
                    <a:pt x="5525" y="0"/>
                    <a:pt x="12383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rgbClr val="6F7082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521;p48"/>
            <p:cNvSpPr/>
            <p:nvPr/>
          </p:nvSpPr>
          <p:spPr>
            <a:xfrm>
              <a:off x="8425800" y="3262320"/>
              <a:ext cx="27000" cy="270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4765" h="24765">
                  <a:moveTo>
                    <a:pt x="24765" y="12383"/>
                  </a:moveTo>
                  <a:cubicBezTo>
                    <a:pt x="24765" y="5525"/>
                    <a:pt x="19241" y="0"/>
                    <a:pt x="12383" y="0"/>
                  </a:cubicBezTo>
                  <a:cubicBezTo>
                    <a:pt x="5525" y="0"/>
                    <a:pt x="0" y="5525"/>
                    <a:pt x="0" y="12383"/>
                  </a:cubicBezTo>
                  <a:cubicBezTo>
                    <a:pt x="0" y="19241"/>
                    <a:pt x="5525" y="24765"/>
                    <a:pt x="12383" y="24765"/>
                  </a:cubicBezTo>
                  <a:cubicBezTo>
                    <a:pt x="19241" y="24765"/>
                    <a:pt x="24765" y="19241"/>
                    <a:pt x="24765" y="12383"/>
                  </a:cubicBezTo>
                  <a:close/>
                </a:path>
              </a:pathLst>
            </a:custGeom>
            <a:solidFill>
              <a:srgbClr val="6F7082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8" name="Google Shape;1522;p48"/>
          <p:cNvGrpSpPr/>
          <p:nvPr/>
        </p:nvGrpSpPr>
        <p:grpSpPr>
          <a:xfrm>
            <a:off x="8191440" y="2664000"/>
            <a:ext cx="478800" cy="594720"/>
            <a:chOff x="8191440" y="2664000"/>
            <a:chExt cx="478800" cy="594720"/>
          </a:xfrm>
        </p:grpSpPr>
        <p:grpSp>
          <p:nvGrpSpPr>
            <p:cNvPr id="339" name="Google Shape;1523;p48"/>
            <p:cNvGrpSpPr/>
            <p:nvPr/>
          </p:nvGrpSpPr>
          <p:grpSpPr>
            <a:xfrm>
              <a:off x="8191440" y="2664000"/>
              <a:ext cx="478800" cy="594720"/>
              <a:chOff x="8191440" y="2664000"/>
              <a:chExt cx="478800" cy="594720"/>
            </a:xfrm>
          </p:grpSpPr>
          <p:sp>
            <p:nvSpPr>
              <p:cNvPr id="340" name="Google Shape;1524;p48"/>
              <p:cNvSpPr/>
              <p:nvPr/>
            </p:nvSpPr>
            <p:spPr>
              <a:xfrm>
                <a:off x="8191440" y="2664000"/>
                <a:ext cx="478800" cy="594720"/>
              </a:xfrm>
              <a:custGeom>
                <a:avLst/>
                <a:gdLst>
                  <a:gd name="textAreaLeft" fmla="*/ 0 w 478800"/>
                  <a:gd name="textAreaRight" fmla="*/ 479160 w 478800"/>
                  <a:gd name="textAreaTop" fmla="*/ 0 h 594720"/>
                  <a:gd name="textAreaBottom" fmla="*/ 595080 h 594720"/>
                </a:gdLst>
                <a:ahLst/>
                <a:cxnLst/>
                <a:rect l="textAreaLeft" t="textAreaTop" r="textAreaRight" b="textAreaBottom"/>
                <a:pathLst>
                  <a:path w="435673" h="541115">
                    <a:moveTo>
                      <a:pt x="394621" y="0"/>
                    </a:moveTo>
                    <a:cubicBezTo>
                      <a:pt x="417294" y="0"/>
                      <a:pt x="435674" y="18380"/>
                      <a:pt x="435674" y="41053"/>
                    </a:cubicBezTo>
                    <a:lnTo>
                      <a:pt x="435674" y="500062"/>
                    </a:lnTo>
                    <a:cubicBezTo>
                      <a:pt x="435674" y="522735"/>
                      <a:pt x="417294" y="541115"/>
                      <a:pt x="394621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41" name="Google Shape;1525;p48"/>
              <p:cNvGrpSpPr/>
              <p:nvPr/>
            </p:nvGrpSpPr>
            <p:grpSpPr>
              <a:xfrm>
                <a:off x="8441280" y="2698200"/>
                <a:ext cx="180720" cy="45360"/>
                <a:chOff x="8441280" y="2698200"/>
                <a:chExt cx="180720" cy="45360"/>
              </a:xfrm>
            </p:grpSpPr>
            <p:sp>
              <p:nvSpPr>
                <p:cNvPr id="342" name="Google Shape;1526;p48"/>
                <p:cNvSpPr/>
                <p:nvPr/>
              </p:nvSpPr>
              <p:spPr>
                <a:xfrm>
                  <a:off x="8576640" y="2698200"/>
                  <a:ext cx="45360" cy="453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45360"/>
                    <a:gd name="textAreaBottom" fmla="*/ 45720 h 4536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2680" bIns="226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1527;p48"/>
                <p:cNvSpPr/>
                <p:nvPr/>
              </p:nvSpPr>
              <p:spPr>
                <a:xfrm>
                  <a:off x="8508960" y="2698200"/>
                  <a:ext cx="45360" cy="453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45360"/>
                    <a:gd name="textAreaBottom" fmla="*/ 45720 h 4536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4"/>
                        <a:pt x="0" y="20765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2680" bIns="226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1528;p48"/>
                <p:cNvSpPr/>
                <p:nvPr/>
              </p:nvSpPr>
              <p:spPr>
                <a:xfrm>
                  <a:off x="8441280" y="2698200"/>
                  <a:ext cx="45360" cy="453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45360"/>
                    <a:gd name="textAreaBottom" fmla="*/ 45720 h 45360"/>
                  </a:gdLst>
                  <a:ahLst/>
                  <a:cxnLst/>
                  <a:rect l="textAreaLeft" t="textAreaTop" r="textAreaRight" b="textAreaBottom"/>
                  <a:pathLst>
                    <a:path w="41529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2680" bIns="226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45" name="Google Shape;1529;p48"/>
            <p:cNvGrpSpPr/>
            <p:nvPr/>
          </p:nvGrpSpPr>
          <p:grpSpPr>
            <a:xfrm>
              <a:off x="8230320" y="2778840"/>
              <a:ext cx="394560" cy="412560"/>
              <a:chOff x="8230320" y="2778840"/>
              <a:chExt cx="394560" cy="412560"/>
            </a:xfrm>
          </p:grpSpPr>
          <p:sp>
            <p:nvSpPr>
              <p:cNvPr id="346" name="Google Shape;1530;p48"/>
              <p:cNvSpPr/>
              <p:nvPr/>
            </p:nvSpPr>
            <p:spPr>
              <a:xfrm>
                <a:off x="8230320" y="3012120"/>
                <a:ext cx="392760" cy="179280"/>
              </a:xfrm>
              <a:custGeom>
                <a:avLst/>
                <a:gdLst>
                  <a:gd name="textAreaLeft" fmla="*/ 0 w 392760"/>
                  <a:gd name="textAreaRight" fmla="*/ 393120 w 392760"/>
                  <a:gd name="textAreaTop" fmla="*/ 0 h 179280"/>
                  <a:gd name="textAreaBottom" fmla="*/ 179640 h 179280"/>
                </a:gdLst>
                <a:ahLst/>
                <a:cxnLst/>
                <a:rect l="textAreaLeft" t="textAreaTop" r="textAreaRight" b="textAreaBottom"/>
                <a:pathLst>
                  <a:path w="357473" h="163258">
                    <a:moveTo>
                      <a:pt x="40196" y="72962"/>
                    </a:moveTo>
                    <a:lnTo>
                      <a:pt x="0" y="72962"/>
                    </a:lnTo>
                    <a:lnTo>
                      <a:pt x="0" y="90297"/>
                    </a:lnTo>
                    <a:lnTo>
                      <a:pt x="40196" y="90297"/>
                    </a:lnTo>
                    <a:lnTo>
                      <a:pt x="40196" y="72962"/>
                    </a:lnTo>
                    <a:close/>
                    <a:moveTo>
                      <a:pt x="185166" y="126778"/>
                    </a:moveTo>
                    <a:lnTo>
                      <a:pt x="294894" y="126778"/>
                    </a:lnTo>
                    <a:lnTo>
                      <a:pt x="294894" y="109347"/>
                    </a:lnTo>
                    <a:lnTo>
                      <a:pt x="185166" y="109347"/>
                    </a:lnTo>
                    <a:lnTo>
                      <a:pt x="185166" y="126778"/>
                    </a:lnTo>
                    <a:close/>
                    <a:moveTo>
                      <a:pt x="294894" y="0"/>
                    </a:moveTo>
                    <a:lnTo>
                      <a:pt x="38291" y="0"/>
                    </a:lnTo>
                    <a:lnTo>
                      <a:pt x="38291" y="17335"/>
                    </a:lnTo>
                    <a:lnTo>
                      <a:pt x="294894" y="17335"/>
                    </a:lnTo>
                    <a:lnTo>
                      <a:pt x="294894" y="0"/>
                    </a:lnTo>
                    <a:close/>
                    <a:moveTo>
                      <a:pt x="0" y="163259"/>
                    </a:moveTo>
                    <a:lnTo>
                      <a:pt x="99632" y="163259"/>
                    </a:lnTo>
                    <a:lnTo>
                      <a:pt x="99632" y="145828"/>
                    </a:lnTo>
                    <a:lnTo>
                      <a:pt x="0" y="145828"/>
                    </a:lnTo>
                    <a:lnTo>
                      <a:pt x="0" y="163259"/>
                    </a:lnTo>
                    <a:close/>
                    <a:moveTo>
                      <a:pt x="76581" y="36481"/>
                    </a:moveTo>
                    <a:lnTo>
                      <a:pt x="0" y="36481"/>
                    </a:lnTo>
                    <a:lnTo>
                      <a:pt x="0" y="53816"/>
                    </a:lnTo>
                    <a:lnTo>
                      <a:pt x="76581" y="53816"/>
                    </a:lnTo>
                    <a:lnTo>
                      <a:pt x="76581" y="36481"/>
                    </a:lnTo>
                    <a:close/>
                    <a:moveTo>
                      <a:pt x="52483" y="90297"/>
                    </a:moveTo>
                    <a:lnTo>
                      <a:pt x="207836" y="90297"/>
                    </a:lnTo>
                    <a:lnTo>
                      <a:pt x="207836" y="72962"/>
                    </a:lnTo>
                    <a:lnTo>
                      <a:pt x="52483" y="72962"/>
                    </a:lnTo>
                    <a:lnTo>
                      <a:pt x="52483" y="90297"/>
                    </a:lnTo>
                    <a:close/>
                    <a:moveTo>
                      <a:pt x="164402" y="109347"/>
                    </a:moveTo>
                    <a:lnTo>
                      <a:pt x="0" y="109347"/>
                    </a:lnTo>
                    <a:lnTo>
                      <a:pt x="0" y="126778"/>
                    </a:lnTo>
                    <a:lnTo>
                      <a:pt x="164402" y="126778"/>
                    </a:lnTo>
                    <a:lnTo>
                      <a:pt x="164402" y="109347"/>
                    </a:lnTo>
                    <a:close/>
                    <a:moveTo>
                      <a:pt x="220218" y="90297"/>
                    </a:moveTo>
                    <a:lnTo>
                      <a:pt x="357378" y="90297"/>
                    </a:lnTo>
                    <a:lnTo>
                      <a:pt x="357378" y="72962"/>
                    </a:lnTo>
                    <a:lnTo>
                      <a:pt x="220218" y="72962"/>
                    </a:lnTo>
                    <a:lnTo>
                      <a:pt x="220218" y="90297"/>
                    </a:lnTo>
                    <a:close/>
                    <a:moveTo>
                      <a:pt x="97441" y="53816"/>
                    </a:moveTo>
                    <a:lnTo>
                      <a:pt x="357474" y="53816"/>
                    </a:lnTo>
                    <a:lnTo>
                      <a:pt x="357474" y="36481"/>
                    </a:lnTo>
                    <a:lnTo>
                      <a:pt x="97441" y="36481"/>
                    </a:lnTo>
                    <a:lnTo>
                      <a:pt x="97441" y="53816"/>
                    </a:lnTo>
                    <a:close/>
                    <a:moveTo>
                      <a:pt x="305371" y="0"/>
                    </a:moveTo>
                    <a:lnTo>
                      <a:pt x="305371" y="17335"/>
                    </a:lnTo>
                    <a:lnTo>
                      <a:pt x="357378" y="17335"/>
                    </a:lnTo>
                    <a:lnTo>
                      <a:pt x="357378" y="0"/>
                    </a:lnTo>
                    <a:lnTo>
                      <a:pt x="305371" y="0"/>
                    </a:lnTo>
                    <a:close/>
                    <a:moveTo>
                      <a:pt x="315659" y="126778"/>
                    </a:moveTo>
                    <a:lnTo>
                      <a:pt x="357378" y="126778"/>
                    </a:lnTo>
                    <a:lnTo>
                      <a:pt x="357378" y="109347"/>
                    </a:lnTo>
                    <a:lnTo>
                      <a:pt x="315659" y="109347"/>
                    </a:lnTo>
                    <a:lnTo>
                      <a:pt x="315659" y="126778"/>
                    </a:lnTo>
                    <a:close/>
                    <a:moveTo>
                      <a:pt x="120396" y="163259"/>
                    </a:moveTo>
                    <a:lnTo>
                      <a:pt x="222981" y="163259"/>
                    </a:lnTo>
                    <a:lnTo>
                      <a:pt x="222981" y="145828"/>
                    </a:lnTo>
                    <a:lnTo>
                      <a:pt x="120396" y="145828"/>
                    </a:lnTo>
                    <a:lnTo>
                      <a:pt x="120396" y="163259"/>
                    </a:lnTo>
                    <a:close/>
                    <a:moveTo>
                      <a:pt x="235363" y="163259"/>
                    </a:moveTo>
                    <a:lnTo>
                      <a:pt x="313563" y="163259"/>
                    </a:lnTo>
                    <a:lnTo>
                      <a:pt x="313563" y="145828"/>
                    </a:lnTo>
                    <a:lnTo>
                      <a:pt x="235363" y="145828"/>
                    </a:lnTo>
                    <a:lnTo>
                      <a:pt x="235363" y="163259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7" name="Google Shape;1531;p48"/>
              <p:cNvSpPr/>
              <p:nvPr/>
            </p:nvSpPr>
            <p:spPr>
              <a:xfrm>
                <a:off x="8236080" y="2778840"/>
                <a:ext cx="388800" cy="197640"/>
              </a:xfrm>
              <a:custGeom>
                <a:avLst/>
                <a:gdLst>
                  <a:gd name="textAreaLeft" fmla="*/ 0 w 388800"/>
                  <a:gd name="textAreaRight" fmla="*/ 389160 w 38880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353948" h="180117">
                    <a:moveTo>
                      <a:pt x="0" y="0"/>
                    </a:moveTo>
                    <a:lnTo>
                      <a:pt x="353949" y="0"/>
                    </a:lnTo>
                    <a:lnTo>
                      <a:pt x="353949" y="180118"/>
                    </a:lnTo>
                    <a:lnTo>
                      <a:pt x="0" y="180118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48" name="Google Shape;1532;p48"/>
          <p:cNvGrpSpPr/>
          <p:nvPr/>
        </p:nvGrpSpPr>
        <p:grpSpPr>
          <a:xfrm>
            <a:off x="136080" y="321840"/>
            <a:ext cx="1153440" cy="1166400"/>
            <a:chOff x="136080" y="321840"/>
            <a:chExt cx="1153440" cy="1166400"/>
          </a:xfrm>
        </p:grpSpPr>
        <p:sp>
          <p:nvSpPr>
            <p:cNvPr id="349" name="Google Shape;1533;p48"/>
            <p:cNvSpPr/>
            <p:nvPr/>
          </p:nvSpPr>
          <p:spPr>
            <a:xfrm>
              <a:off x="243360" y="429120"/>
              <a:ext cx="1046160" cy="1059120"/>
            </a:xfrm>
            <a:custGeom>
              <a:avLst/>
              <a:gdLst>
                <a:gd name="textAreaLeft" fmla="*/ 0 w 1046160"/>
                <a:gd name="textAreaRight" fmla="*/ 1046520 w 1046160"/>
                <a:gd name="textAreaTop" fmla="*/ 0 h 1059120"/>
                <a:gd name="textAreaBottom" fmla="*/ 1059480 h 105912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534;p48"/>
            <p:cNvSpPr/>
            <p:nvPr/>
          </p:nvSpPr>
          <p:spPr>
            <a:xfrm>
              <a:off x="189720" y="321840"/>
              <a:ext cx="1046160" cy="1059120"/>
            </a:xfrm>
            <a:custGeom>
              <a:avLst/>
              <a:gdLst>
                <a:gd name="textAreaLeft" fmla="*/ 0 w 1046160"/>
                <a:gd name="textAreaRight" fmla="*/ 1046520 w 1046160"/>
                <a:gd name="textAreaTop" fmla="*/ 0 h 1059120"/>
                <a:gd name="textAreaBottom" fmla="*/ 1059480 h 105912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1" name="Google Shape;1535;p48"/>
            <p:cNvGrpSpPr/>
            <p:nvPr/>
          </p:nvGrpSpPr>
          <p:grpSpPr>
            <a:xfrm>
              <a:off x="136080" y="375480"/>
              <a:ext cx="1044720" cy="1057680"/>
              <a:chOff x="136080" y="375480"/>
              <a:chExt cx="1044720" cy="1057680"/>
            </a:xfrm>
          </p:grpSpPr>
          <p:sp>
            <p:nvSpPr>
              <p:cNvPr id="352" name="Google Shape;1536;p48"/>
              <p:cNvSpPr/>
              <p:nvPr/>
            </p:nvSpPr>
            <p:spPr>
              <a:xfrm>
                <a:off x="136080" y="375480"/>
                <a:ext cx="1044720" cy="1057680"/>
              </a:xfrm>
              <a:custGeom>
                <a:avLst/>
                <a:gdLst>
                  <a:gd name="textAreaLeft" fmla="*/ 0 w 1044720"/>
                  <a:gd name="textAreaRight" fmla="*/ 1045080 w 1044720"/>
                  <a:gd name="textAreaTop" fmla="*/ 0 h 1057680"/>
                  <a:gd name="textAreaBottom" fmla="*/ 1058040 h 1057680"/>
                </a:gdLst>
                <a:ahLst/>
                <a:cxnLst/>
                <a:rect l="textAreaLeft" t="textAreaTop" r="textAreaRight" b="textAreaBottom"/>
                <a:pathLst>
                  <a:path w="1959864" h="1983676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3" name="Google Shape;1537;p48"/>
              <p:cNvSpPr/>
              <p:nvPr/>
            </p:nvSpPr>
            <p:spPr>
              <a:xfrm>
                <a:off x="136080" y="375480"/>
                <a:ext cx="1044720" cy="91440"/>
              </a:xfrm>
              <a:custGeom>
                <a:avLst/>
                <a:gdLst>
                  <a:gd name="textAreaLeft" fmla="*/ 0 w 1044720"/>
                  <a:gd name="textAreaRight" fmla="*/ 1045080 w 104472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1959958" h="172307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54" name="Google Shape;1538;p48"/>
              <p:cNvGrpSpPr/>
              <p:nvPr/>
            </p:nvGrpSpPr>
            <p:grpSpPr>
              <a:xfrm>
                <a:off x="184680" y="410760"/>
                <a:ext cx="135360" cy="33840"/>
                <a:chOff x="184680" y="410760"/>
                <a:chExt cx="135360" cy="33840"/>
              </a:xfrm>
            </p:grpSpPr>
            <p:sp>
              <p:nvSpPr>
                <p:cNvPr id="355" name="Google Shape;1539;p48"/>
                <p:cNvSpPr/>
                <p:nvPr/>
              </p:nvSpPr>
              <p:spPr>
                <a:xfrm>
                  <a:off x="286200" y="41076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6" name="Google Shape;1540;p48"/>
                <p:cNvSpPr/>
                <p:nvPr/>
              </p:nvSpPr>
              <p:spPr>
                <a:xfrm>
                  <a:off x="235440" y="41076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7" name="Google Shape;1541;p48"/>
                <p:cNvSpPr/>
                <p:nvPr/>
              </p:nvSpPr>
              <p:spPr>
                <a:xfrm>
                  <a:off x="184680" y="410760"/>
                  <a:ext cx="33840" cy="33840"/>
                </a:xfrm>
                <a:custGeom>
                  <a:avLst/>
                  <a:gdLst>
                    <a:gd name="textAreaLeft" fmla="*/ 0 w 33840"/>
                    <a:gd name="textAreaRight" fmla="*/ 34200 w 33840"/>
                    <a:gd name="textAreaTop" fmla="*/ 0 h 33840"/>
                    <a:gd name="textAreaBottom" fmla="*/ 34200 h 3384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920" bIns="16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58" name="Google Shape;1542;p48"/>
            <p:cNvGrpSpPr/>
            <p:nvPr/>
          </p:nvGrpSpPr>
          <p:grpSpPr>
            <a:xfrm>
              <a:off x="280080" y="579600"/>
              <a:ext cx="756720" cy="778320"/>
              <a:chOff x="280080" y="579600"/>
              <a:chExt cx="756720" cy="778320"/>
            </a:xfrm>
          </p:grpSpPr>
          <p:grpSp>
            <p:nvGrpSpPr>
              <p:cNvPr id="359" name="Google Shape;1543;p48"/>
              <p:cNvGrpSpPr/>
              <p:nvPr/>
            </p:nvGrpSpPr>
            <p:grpSpPr>
              <a:xfrm>
                <a:off x="280080" y="1128600"/>
                <a:ext cx="322560" cy="223560"/>
                <a:chOff x="280080" y="1128600"/>
                <a:chExt cx="322560" cy="223560"/>
              </a:xfrm>
            </p:grpSpPr>
            <p:sp>
              <p:nvSpPr>
                <p:cNvPr id="360" name="Google Shape;1544;p48"/>
                <p:cNvSpPr/>
                <p:nvPr/>
              </p:nvSpPr>
              <p:spPr>
                <a:xfrm>
                  <a:off x="280080" y="1128600"/>
                  <a:ext cx="126000" cy="2772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1" name="Google Shape;1545;p48"/>
                <p:cNvSpPr/>
                <p:nvPr/>
              </p:nvSpPr>
              <p:spPr>
                <a:xfrm>
                  <a:off x="417960" y="1128600"/>
                  <a:ext cx="96840" cy="277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1546;p48"/>
                <p:cNvSpPr/>
                <p:nvPr/>
              </p:nvSpPr>
              <p:spPr>
                <a:xfrm>
                  <a:off x="525600" y="1128600"/>
                  <a:ext cx="77040" cy="27720"/>
                </a:xfrm>
                <a:custGeom>
                  <a:avLst/>
                  <a:gdLst>
                    <a:gd name="textAreaLeft" fmla="*/ 0 w 77040"/>
                    <a:gd name="textAreaRight" fmla="*/ 77400 w 770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1547;p48"/>
                <p:cNvSpPr/>
                <p:nvPr/>
              </p:nvSpPr>
              <p:spPr>
                <a:xfrm>
                  <a:off x="342720" y="1194120"/>
                  <a:ext cx="259920" cy="27720"/>
                </a:xfrm>
                <a:custGeom>
                  <a:avLst/>
                  <a:gdLst>
                    <a:gd name="textAreaLeft" fmla="*/ 0 w 259920"/>
                    <a:gd name="textAreaRight" fmla="*/ 260280 w 259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1548;p48"/>
                <p:cNvSpPr/>
                <p:nvPr/>
              </p:nvSpPr>
              <p:spPr>
                <a:xfrm>
                  <a:off x="280080" y="1194120"/>
                  <a:ext cx="47520" cy="27720"/>
                </a:xfrm>
                <a:custGeom>
                  <a:avLst/>
                  <a:gdLst>
                    <a:gd name="textAreaLeft" fmla="*/ 0 w 47520"/>
                    <a:gd name="textAreaRight" fmla="*/ 47880 w 475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5" name="Google Shape;1549;p48"/>
                <p:cNvSpPr/>
                <p:nvPr/>
              </p:nvSpPr>
              <p:spPr>
                <a:xfrm>
                  <a:off x="423720" y="1259280"/>
                  <a:ext cx="122760" cy="277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6" name="Google Shape;1550;p48"/>
                <p:cNvSpPr/>
                <p:nvPr/>
              </p:nvSpPr>
              <p:spPr>
                <a:xfrm>
                  <a:off x="558360" y="1259280"/>
                  <a:ext cx="43920" cy="27720"/>
                </a:xfrm>
                <a:custGeom>
                  <a:avLst/>
                  <a:gdLst>
                    <a:gd name="textAreaLeft" fmla="*/ 0 w 43920"/>
                    <a:gd name="textAreaRight" fmla="*/ 44280 w 43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7" name="Google Shape;1551;p48"/>
                <p:cNvSpPr/>
                <p:nvPr/>
              </p:nvSpPr>
              <p:spPr>
                <a:xfrm>
                  <a:off x="280080" y="1259280"/>
                  <a:ext cx="131760" cy="27720"/>
                </a:xfrm>
                <a:custGeom>
                  <a:avLst/>
                  <a:gdLst>
                    <a:gd name="textAreaLeft" fmla="*/ 0 w 131760"/>
                    <a:gd name="textAreaRight" fmla="*/ 132120 w 131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1552;p48"/>
                <p:cNvSpPr/>
                <p:nvPr/>
              </p:nvSpPr>
              <p:spPr>
                <a:xfrm>
                  <a:off x="372960" y="1324440"/>
                  <a:ext cx="106920" cy="27720"/>
                </a:xfrm>
                <a:custGeom>
                  <a:avLst/>
                  <a:gdLst>
                    <a:gd name="textAreaLeft" fmla="*/ 0 w 106920"/>
                    <a:gd name="textAreaRight" fmla="*/ 107280 w 106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9" name="Google Shape;1553;p48"/>
                <p:cNvSpPr/>
                <p:nvPr/>
              </p:nvSpPr>
              <p:spPr>
                <a:xfrm>
                  <a:off x="280080" y="1324440"/>
                  <a:ext cx="80280" cy="2772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0" name="Google Shape;1554;p48"/>
              <p:cNvGrpSpPr/>
              <p:nvPr/>
            </p:nvGrpSpPr>
            <p:grpSpPr>
              <a:xfrm>
                <a:off x="713880" y="579600"/>
                <a:ext cx="322560" cy="223560"/>
                <a:chOff x="713880" y="579600"/>
                <a:chExt cx="322560" cy="223560"/>
              </a:xfrm>
            </p:grpSpPr>
            <p:sp>
              <p:nvSpPr>
                <p:cNvPr id="371" name="Google Shape;1555;p48"/>
                <p:cNvSpPr/>
                <p:nvPr/>
              </p:nvSpPr>
              <p:spPr>
                <a:xfrm>
                  <a:off x="713880" y="579600"/>
                  <a:ext cx="126000" cy="2772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1556;p48"/>
                <p:cNvSpPr/>
                <p:nvPr/>
              </p:nvSpPr>
              <p:spPr>
                <a:xfrm>
                  <a:off x="851760" y="579600"/>
                  <a:ext cx="96840" cy="277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1557;p48"/>
                <p:cNvSpPr/>
                <p:nvPr/>
              </p:nvSpPr>
              <p:spPr>
                <a:xfrm>
                  <a:off x="959400" y="579600"/>
                  <a:ext cx="77040" cy="27720"/>
                </a:xfrm>
                <a:custGeom>
                  <a:avLst/>
                  <a:gdLst>
                    <a:gd name="textAreaLeft" fmla="*/ 0 w 77040"/>
                    <a:gd name="textAreaRight" fmla="*/ 77400 w 770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4" name="Google Shape;1558;p48"/>
                <p:cNvSpPr/>
                <p:nvPr/>
              </p:nvSpPr>
              <p:spPr>
                <a:xfrm>
                  <a:off x="776520" y="644760"/>
                  <a:ext cx="259920" cy="27720"/>
                </a:xfrm>
                <a:custGeom>
                  <a:avLst/>
                  <a:gdLst>
                    <a:gd name="textAreaLeft" fmla="*/ 0 w 259920"/>
                    <a:gd name="textAreaRight" fmla="*/ 260280 w 259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5" name="Google Shape;1559;p48"/>
                <p:cNvSpPr/>
                <p:nvPr/>
              </p:nvSpPr>
              <p:spPr>
                <a:xfrm>
                  <a:off x="713880" y="644760"/>
                  <a:ext cx="47520" cy="27720"/>
                </a:xfrm>
                <a:custGeom>
                  <a:avLst/>
                  <a:gdLst>
                    <a:gd name="textAreaLeft" fmla="*/ 0 w 47520"/>
                    <a:gd name="textAreaRight" fmla="*/ 47880 w 475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1560;p48"/>
                <p:cNvSpPr/>
                <p:nvPr/>
              </p:nvSpPr>
              <p:spPr>
                <a:xfrm>
                  <a:off x="857520" y="709920"/>
                  <a:ext cx="122760" cy="277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1561;p48"/>
                <p:cNvSpPr/>
                <p:nvPr/>
              </p:nvSpPr>
              <p:spPr>
                <a:xfrm>
                  <a:off x="992160" y="709920"/>
                  <a:ext cx="43920" cy="27720"/>
                </a:xfrm>
                <a:custGeom>
                  <a:avLst/>
                  <a:gdLst>
                    <a:gd name="textAreaLeft" fmla="*/ 0 w 43920"/>
                    <a:gd name="textAreaRight" fmla="*/ 44280 w 43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8" name="Google Shape;1562;p48"/>
                <p:cNvSpPr/>
                <p:nvPr/>
              </p:nvSpPr>
              <p:spPr>
                <a:xfrm>
                  <a:off x="713880" y="709920"/>
                  <a:ext cx="131760" cy="27720"/>
                </a:xfrm>
                <a:custGeom>
                  <a:avLst/>
                  <a:gdLst>
                    <a:gd name="textAreaLeft" fmla="*/ 0 w 131760"/>
                    <a:gd name="textAreaRight" fmla="*/ 132120 w 131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9" name="Google Shape;1563;p48"/>
                <p:cNvSpPr/>
                <p:nvPr/>
              </p:nvSpPr>
              <p:spPr>
                <a:xfrm>
                  <a:off x="806760" y="775440"/>
                  <a:ext cx="106920" cy="27720"/>
                </a:xfrm>
                <a:custGeom>
                  <a:avLst/>
                  <a:gdLst>
                    <a:gd name="textAreaLeft" fmla="*/ 0 w 106920"/>
                    <a:gd name="textAreaRight" fmla="*/ 107280 w 106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0" name="Google Shape;1564;p48"/>
                <p:cNvSpPr/>
                <p:nvPr/>
              </p:nvSpPr>
              <p:spPr>
                <a:xfrm>
                  <a:off x="713880" y="775440"/>
                  <a:ext cx="80280" cy="2772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1" name="Google Shape;1565;p48"/>
              <p:cNvGrpSpPr/>
              <p:nvPr/>
            </p:nvGrpSpPr>
            <p:grpSpPr>
              <a:xfrm>
                <a:off x="713880" y="856800"/>
                <a:ext cx="322560" cy="161280"/>
                <a:chOff x="713880" y="856800"/>
                <a:chExt cx="322560" cy="161280"/>
              </a:xfrm>
            </p:grpSpPr>
            <p:sp>
              <p:nvSpPr>
                <p:cNvPr id="382" name="Google Shape;1566;p48"/>
                <p:cNvSpPr/>
                <p:nvPr/>
              </p:nvSpPr>
              <p:spPr>
                <a:xfrm>
                  <a:off x="713880" y="856800"/>
                  <a:ext cx="126000" cy="2772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3" name="Google Shape;1567;p48"/>
                <p:cNvSpPr/>
                <p:nvPr/>
              </p:nvSpPr>
              <p:spPr>
                <a:xfrm>
                  <a:off x="851760" y="856800"/>
                  <a:ext cx="96840" cy="27720"/>
                </a:xfrm>
                <a:custGeom>
                  <a:avLst/>
                  <a:gdLst>
                    <a:gd name="textAreaLeft" fmla="*/ 0 w 96840"/>
                    <a:gd name="textAreaRight" fmla="*/ 97200 w 968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1568;p48"/>
                <p:cNvSpPr/>
                <p:nvPr/>
              </p:nvSpPr>
              <p:spPr>
                <a:xfrm>
                  <a:off x="959400" y="856800"/>
                  <a:ext cx="77040" cy="27720"/>
                </a:xfrm>
                <a:custGeom>
                  <a:avLst/>
                  <a:gdLst>
                    <a:gd name="textAreaLeft" fmla="*/ 0 w 77040"/>
                    <a:gd name="textAreaRight" fmla="*/ 77400 w 770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5" name="Google Shape;1569;p48"/>
                <p:cNvSpPr/>
                <p:nvPr/>
              </p:nvSpPr>
              <p:spPr>
                <a:xfrm>
                  <a:off x="857520" y="925200"/>
                  <a:ext cx="122760" cy="277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6" name="Google Shape;1570;p48"/>
                <p:cNvSpPr/>
                <p:nvPr/>
              </p:nvSpPr>
              <p:spPr>
                <a:xfrm>
                  <a:off x="992160" y="925200"/>
                  <a:ext cx="43920" cy="27720"/>
                </a:xfrm>
                <a:custGeom>
                  <a:avLst/>
                  <a:gdLst>
                    <a:gd name="textAreaLeft" fmla="*/ 0 w 43920"/>
                    <a:gd name="textAreaRight" fmla="*/ 44280 w 43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1571;p48"/>
                <p:cNvSpPr/>
                <p:nvPr/>
              </p:nvSpPr>
              <p:spPr>
                <a:xfrm>
                  <a:off x="713880" y="925200"/>
                  <a:ext cx="131760" cy="27720"/>
                </a:xfrm>
                <a:custGeom>
                  <a:avLst/>
                  <a:gdLst>
                    <a:gd name="textAreaLeft" fmla="*/ 0 w 131760"/>
                    <a:gd name="textAreaRight" fmla="*/ 132120 w 13176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8" name="Google Shape;1572;p48"/>
                <p:cNvSpPr/>
                <p:nvPr/>
              </p:nvSpPr>
              <p:spPr>
                <a:xfrm>
                  <a:off x="806760" y="990360"/>
                  <a:ext cx="106920" cy="27720"/>
                </a:xfrm>
                <a:custGeom>
                  <a:avLst/>
                  <a:gdLst>
                    <a:gd name="textAreaLeft" fmla="*/ 0 w 106920"/>
                    <a:gd name="textAreaRight" fmla="*/ 107280 w 10692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9" name="Google Shape;1573;p48"/>
                <p:cNvSpPr/>
                <p:nvPr/>
              </p:nvSpPr>
              <p:spPr>
                <a:xfrm>
                  <a:off x="713880" y="990360"/>
                  <a:ext cx="80280" cy="27720"/>
                </a:xfrm>
                <a:custGeom>
                  <a:avLst/>
                  <a:gdLst>
                    <a:gd name="textAreaLeft" fmla="*/ 0 w 80280"/>
                    <a:gd name="textAreaRight" fmla="*/ 80640 w 8028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90" name="Google Shape;1574;p48"/>
              <p:cNvSpPr/>
              <p:nvPr/>
            </p:nvSpPr>
            <p:spPr>
              <a:xfrm>
                <a:off x="713880" y="1124280"/>
                <a:ext cx="322920" cy="233640"/>
              </a:xfrm>
              <a:custGeom>
                <a:avLst/>
                <a:gdLst>
                  <a:gd name="textAreaLeft" fmla="*/ 0 w 322920"/>
                  <a:gd name="textAreaRight" fmla="*/ 323280 w 322920"/>
                  <a:gd name="textAreaTop" fmla="*/ 0 h 233640"/>
                  <a:gd name="textAreaBottom" fmla="*/ 234000 h 233640"/>
                </a:gdLst>
                <a:ahLst/>
                <a:cxnLst/>
                <a:rect l="textAreaLeft" t="textAreaTop" r="textAreaRight" b="textAreaBottom"/>
                <a:pathLst>
                  <a:path w="605885" h="438816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1575;p48"/>
              <p:cNvSpPr/>
              <p:nvPr/>
            </p:nvSpPr>
            <p:spPr>
              <a:xfrm>
                <a:off x="280080" y="582480"/>
                <a:ext cx="322920" cy="434520"/>
              </a:xfrm>
              <a:custGeom>
                <a:avLst/>
                <a:gdLst>
                  <a:gd name="textAreaLeft" fmla="*/ 0 w 322920"/>
                  <a:gd name="textAreaRight" fmla="*/ 323280 w 322920"/>
                  <a:gd name="textAreaTop" fmla="*/ 0 h 434520"/>
                  <a:gd name="textAreaBottom" fmla="*/ 434880 h 434520"/>
                </a:gdLst>
                <a:ahLst/>
                <a:cxnLst/>
                <a:rect l="textAreaLeft" t="textAreaTop" r="textAreaRight" b="textAreaBottom"/>
                <a:pathLst>
                  <a:path w="605885" h="815149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2" name="Google Shape;1576;p48"/>
            <p:cNvGrpSpPr/>
            <p:nvPr/>
          </p:nvGrpSpPr>
          <p:grpSpPr>
            <a:xfrm>
              <a:off x="230400" y="546840"/>
              <a:ext cx="415800" cy="506520"/>
              <a:chOff x="230400" y="546840"/>
              <a:chExt cx="415800" cy="506520"/>
            </a:xfrm>
          </p:grpSpPr>
          <p:grpSp>
            <p:nvGrpSpPr>
              <p:cNvPr id="393" name="Google Shape;1577;p48"/>
              <p:cNvGrpSpPr/>
              <p:nvPr/>
            </p:nvGrpSpPr>
            <p:grpSpPr>
              <a:xfrm>
                <a:off x="241560" y="558000"/>
                <a:ext cx="398520" cy="489240"/>
                <a:chOff x="241560" y="558000"/>
                <a:chExt cx="398520" cy="489240"/>
              </a:xfrm>
            </p:grpSpPr>
            <p:sp>
              <p:nvSpPr>
                <p:cNvPr id="394" name="Google Shape;1578;p48"/>
                <p:cNvSpPr/>
                <p:nvPr/>
              </p:nvSpPr>
              <p:spPr>
                <a:xfrm>
                  <a:off x="248400" y="1042560"/>
                  <a:ext cx="372960" cy="4680"/>
                </a:xfrm>
                <a:custGeom>
                  <a:avLst/>
                  <a:gdLst>
                    <a:gd name="textAreaLeft" fmla="*/ 0 w 372960"/>
                    <a:gd name="textAreaRight" fmla="*/ 373320 w 372960"/>
                    <a:gd name="textAreaTop" fmla="*/ 0 h 4680"/>
                    <a:gd name="textAreaBottom" fmla="*/ 5040 h 468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" bIns="2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5" name="Google Shape;1579;p48"/>
                <p:cNvSpPr/>
                <p:nvPr/>
              </p:nvSpPr>
              <p:spPr>
                <a:xfrm>
                  <a:off x="241560" y="564480"/>
                  <a:ext cx="4680" cy="464040"/>
                </a:xfrm>
                <a:custGeom>
                  <a:avLst/>
                  <a:gdLst>
                    <a:gd name="textAreaLeft" fmla="*/ 0 w 4680"/>
                    <a:gd name="textAreaRight" fmla="*/ 5040 w 4680"/>
                    <a:gd name="textAreaTop" fmla="*/ 0 h 464040"/>
                    <a:gd name="textAreaBottom" fmla="*/ 464400 h 46404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6" name="Google Shape;1580;p48"/>
                <p:cNvSpPr/>
                <p:nvPr/>
              </p:nvSpPr>
              <p:spPr>
                <a:xfrm>
                  <a:off x="255240" y="558000"/>
                  <a:ext cx="372960" cy="4680"/>
                </a:xfrm>
                <a:custGeom>
                  <a:avLst/>
                  <a:gdLst>
                    <a:gd name="textAreaLeft" fmla="*/ 0 w 372960"/>
                    <a:gd name="textAreaRight" fmla="*/ 373320 w 372960"/>
                    <a:gd name="textAreaTop" fmla="*/ 0 h 4680"/>
                    <a:gd name="textAreaBottom" fmla="*/ 5040 h 468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20" bIns="2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7" name="Google Shape;1581;p48"/>
                <p:cNvSpPr/>
                <p:nvPr/>
              </p:nvSpPr>
              <p:spPr>
                <a:xfrm>
                  <a:off x="635400" y="571320"/>
                  <a:ext cx="4680" cy="464040"/>
                </a:xfrm>
                <a:custGeom>
                  <a:avLst/>
                  <a:gdLst>
                    <a:gd name="textAreaLeft" fmla="*/ 0 w 4680"/>
                    <a:gd name="textAreaRight" fmla="*/ 5040 w 4680"/>
                    <a:gd name="textAreaTop" fmla="*/ 0 h 464040"/>
                    <a:gd name="textAreaBottom" fmla="*/ 464400 h 46404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98" name="Google Shape;1582;p48"/>
              <p:cNvGrpSpPr/>
              <p:nvPr/>
            </p:nvGrpSpPr>
            <p:grpSpPr>
              <a:xfrm>
                <a:off x="230400" y="546840"/>
                <a:ext cx="415800" cy="506520"/>
                <a:chOff x="230400" y="546840"/>
                <a:chExt cx="415800" cy="506520"/>
              </a:xfrm>
            </p:grpSpPr>
            <p:grpSp>
              <p:nvGrpSpPr>
                <p:cNvPr id="399" name="Google Shape;1583;p48"/>
                <p:cNvGrpSpPr/>
                <p:nvPr/>
              </p:nvGrpSpPr>
              <p:grpSpPr>
                <a:xfrm>
                  <a:off x="230400" y="546840"/>
                  <a:ext cx="415800" cy="21960"/>
                  <a:chOff x="230400" y="546840"/>
                  <a:chExt cx="415800" cy="21960"/>
                </a:xfrm>
              </p:grpSpPr>
              <p:sp>
                <p:nvSpPr>
                  <p:cNvPr id="400" name="Google Shape;1584;p48"/>
                  <p:cNvSpPr/>
                  <p:nvPr/>
                </p:nvSpPr>
                <p:spPr>
                  <a:xfrm>
                    <a:off x="230400" y="54684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01" name="Google Shape;1585;p48"/>
                  <p:cNvSpPr/>
                  <p:nvPr/>
                </p:nvSpPr>
                <p:spPr>
                  <a:xfrm>
                    <a:off x="427320" y="54684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02" name="Google Shape;1586;p48"/>
                  <p:cNvSpPr/>
                  <p:nvPr/>
                </p:nvSpPr>
                <p:spPr>
                  <a:xfrm>
                    <a:off x="624240" y="54684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03" name="Google Shape;1587;p48"/>
                <p:cNvGrpSpPr/>
                <p:nvPr/>
              </p:nvGrpSpPr>
              <p:grpSpPr>
                <a:xfrm>
                  <a:off x="230400" y="789120"/>
                  <a:ext cx="415800" cy="21960"/>
                  <a:chOff x="230400" y="789120"/>
                  <a:chExt cx="415800" cy="21960"/>
                </a:xfrm>
              </p:grpSpPr>
              <p:sp>
                <p:nvSpPr>
                  <p:cNvPr id="404" name="Google Shape;1588;p48"/>
                  <p:cNvSpPr/>
                  <p:nvPr/>
                </p:nvSpPr>
                <p:spPr>
                  <a:xfrm>
                    <a:off x="230400" y="78912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05" name="Google Shape;1589;p48"/>
                  <p:cNvSpPr/>
                  <p:nvPr/>
                </p:nvSpPr>
                <p:spPr>
                  <a:xfrm>
                    <a:off x="624240" y="78912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06" name="Google Shape;1590;p48"/>
                <p:cNvGrpSpPr/>
                <p:nvPr/>
              </p:nvGrpSpPr>
              <p:grpSpPr>
                <a:xfrm>
                  <a:off x="230400" y="1031400"/>
                  <a:ext cx="415800" cy="21960"/>
                  <a:chOff x="230400" y="1031400"/>
                  <a:chExt cx="415800" cy="21960"/>
                </a:xfrm>
              </p:grpSpPr>
              <p:sp>
                <p:nvSpPr>
                  <p:cNvPr id="407" name="Google Shape;1591;p48"/>
                  <p:cNvSpPr/>
                  <p:nvPr/>
                </p:nvSpPr>
                <p:spPr>
                  <a:xfrm>
                    <a:off x="230400" y="103140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08" name="Google Shape;1592;p48"/>
                  <p:cNvSpPr/>
                  <p:nvPr/>
                </p:nvSpPr>
                <p:spPr>
                  <a:xfrm>
                    <a:off x="427320" y="103140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09" name="Google Shape;1593;p48"/>
                  <p:cNvSpPr/>
                  <p:nvPr/>
                </p:nvSpPr>
                <p:spPr>
                  <a:xfrm>
                    <a:off x="624240" y="1031400"/>
                    <a:ext cx="21960" cy="21960"/>
                  </a:xfrm>
                  <a:custGeom>
                    <a:avLst/>
                    <a:gdLst>
                      <a:gd name="textAreaLeft" fmla="*/ 0 w 21960"/>
                      <a:gd name="textAreaRight" fmla="*/ 22320 w 21960"/>
                      <a:gd name="textAreaTop" fmla="*/ 0 h 21960"/>
                      <a:gd name="textAreaBottom" fmla="*/ 22320 h 2196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410" name="Google Shape;1594;p48"/>
            <p:cNvGrpSpPr/>
            <p:nvPr/>
          </p:nvGrpSpPr>
          <p:grpSpPr>
            <a:xfrm>
              <a:off x="456480" y="928080"/>
              <a:ext cx="136440" cy="79560"/>
              <a:chOff x="456480" y="928080"/>
              <a:chExt cx="136440" cy="79560"/>
            </a:xfrm>
          </p:grpSpPr>
          <p:sp>
            <p:nvSpPr>
              <p:cNvPr id="411" name="Google Shape;1595;p48"/>
              <p:cNvSpPr/>
              <p:nvPr/>
            </p:nvSpPr>
            <p:spPr>
              <a:xfrm>
                <a:off x="456480" y="928080"/>
                <a:ext cx="136440" cy="79560"/>
              </a:xfrm>
              <a:custGeom>
                <a:avLst/>
                <a:gdLst>
                  <a:gd name="textAreaLeft" fmla="*/ 0 w 136440"/>
                  <a:gd name="textAreaRight" fmla="*/ 136800 w 13644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256508" h="149542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960" bIns="39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12" name="Google Shape;1596;p48"/>
              <p:cNvGrpSpPr/>
              <p:nvPr/>
            </p:nvGrpSpPr>
            <p:grpSpPr>
              <a:xfrm>
                <a:off x="475200" y="942120"/>
                <a:ext cx="97560" cy="52560"/>
                <a:chOff x="475200" y="942120"/>
                <a:chExt cx="97560" cy="52560"/>
              </a:xfrm>
            </p:grpSpPr>
            <p:grpSp>
              <p:nvGrpSpPr>
                <p:cNvPr id="413" name="Google Shape;1597;p48"/>
                <p:cNvGrpSpPr/>
                <p:nvPr/>
              </p:nvGrpSpPr>
              <p:grpSpPr>
                <a:xfrm>
                  <a:off x="522360" y="943200"/>
                  <a:ext cx="50400" cy="50040"/>
                  <a:chOff x="522360" y="943200"/>
                  <a:chExt cx="50400" cy="50040"/>
                </a:xfrm>
              </p:grpSpPr>
              <p:sp>
                <p:nvSpPr>
                  <p:cNvPr id="414" name="Google Shape;1598;p48"/>
                  <p:cNvSpPr/>
                  <p:nvPr/>
                </p:nvSpPr>
                <p:spPr>
                  <a:xfrm>
                    <a:off x="522360" y="970920"/>
                    <a:ext cx="22320" cy="22320"/>
                  </a:xfrm>
                  <a:custGeom>
                    <a:avLst/>
                    <a:gdLst>
                      <a:gd name="textAreaLeft" fmla="*/ 0 w 22320"/>
                      <a:gd name="textAreaRight" fmla="*/ 22680 w 22320"/>
                      <a:gd name="textAreaTop" fmla="*/ 0 h 22320"/>
                      <a:gd name="textAreaBottom" fmla="*/ 22680 h 22320"/>
                    </a:gdLst>
                    <a:ahLst/>
                    <a:cxnLst/>
                    <a:rect l="textAreaLeft" t="textAreaTop" r="textAreaRight" b="textAreaBottom"/>
                    <a:pathLst>
                      <a:path w="42671" h="42672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15" name="Google Shape;1599;p48"/>
                  <p:cNvSpPr/>
                  <p:nvPr/>
                </p:nvSpPr>
                <p:spPr>
                  <a:xfrm>
                    <a:off x="538200" y="943200"/>
                    <a:ext cx="34560" cy="34560"/>
                  </a:xfrm>
                  <a:custGeom>
                    <a:avLst/>
                    <a:gdLst>
                      <a:gd name="textAreaLeft" fmla="*/ 0 w 34560"/>
                      <a:gd name="textAreaRight" fmla="*/ 34920 w 34560"/>
                      <a:gd name="textAreaTop" fmla="*/ 0 h 34560"/>
                      <a:gd name="textAreaBottom" fmla="*/ 34920 h 34560"/>
                    </a:gdLst>
                    <a:ahLst/>
                    <a:cxnLst/>
                    <a:rect l="textAreaLeft" t="textAreaTop" r="textAreaRight" b="textAreaBottom"/>
                    <a:pathLst>
                      <a:path w="65418" h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7280" bIns="17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16" name="Google Shape;1600;p48"/>
                <p:cNvGrpSpPr/>
                <p:nvPr/>
              </p:nvGrpSpPr>
              <p:grpSpPr>
                <a:xfrm>
                  <a:off x="475200" y="942120"/>
                  <a:ext cx="52200" cy="52560"/>
                  <a:chOff x="475200" y="942120"/>
                  <a:chExt cx="52200" cy="52560"/>
                </a:xfrm>
              </p:grpSpPr>
              <p:sp>
                <p:nvSpPr>
                  <p:cNvPr id="417" name="Google Shape;1601;p48"/>
                  <p:cNvSpPr/>
                  <p:nvPr/>
                </p:nvSpPr>
                <p:spPr>
                  <a:xfrm>
                    <a:off x="475200" y="942120"/>
                    <a:ext cx="52200" cy="52560"/>
                  </a:xfrm>
                  <a:custGeom>
                    <a:avLst/>
                    <a:gdLst>
                      <a:gd name="textAreaLeft" fmla="*/ 0 w 52200"/>
                      <a:gd name="textAreaRight" fmla="*/ 52560 w 52200"/>
                      <a:gd name="textAreaTop" fmla="*/ 0 h 52560"/>
                      <a:gd name="textAreaBottom" fmla="*/ 52920 h 52560"/>
                    </a:gdLst>
                    <a:ahLst/>
                    <a:cxnLst/>
                    <a:rect l="textAreaLeft" t="textAreaTop" r="textAreaRight" b="textAreaBottom"/>
                    <a:pathLst>
                      <a:path w="98773" h="98921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6280" bIns="26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18" name="Google Shape;1602;p48"/>
                  <p:cNvSpPr/>
                  <p:nvPr/>
                </p:nvSpPr>
                <p:spPr>
                  <a:xfrm>
                    <a:off x="496800" y="964800"/>
                    <a:ext cx="7920" cy="7920"/>
                  </a:xfrm>
                  <a:custGeom>
                    <a:avLst/>
                    <a:gdLst>
                      <a:gd name="textAreaLeft" fmla="*/ 0 w 7920"/>
                      <a:gd name="textAreaRight" fmla="*/ 8280 w 7920"/>
                      <a:gd name="textAreaTop" fmla="*/ 0 h 7920"/>
                      <a:gd name="textAreaBottom" fmla="*/ 8280 h 7920"/>
                    </a:gdLst>
                    <a:ahLst/>
                    <a:cxnLst/>
                    <a:rect l="textAreaLeft" t="textAreaTop" r="textAreaRight" b="textAreaBottom"/>
                    <a:pathLst>
                      <a:path w="15573" h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" bIns="3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grpSp>
        <p:nvGrpSpPr>
          <p:cNvPr id="419" name="Google Shape;1603;p48"/>
          <p:cNvGrpSpPr/>
          <p:nvPr/>
        </p:nvGrpSpPr>
        <p:grpSpPr>
          <a:xfrm>
            <a:off x="8107920" y="3797640"/>
            <a:ext cx="645120" cy="1166400"/>
            <a:chOff x="8107920" y="3797640"/>
            <a:chExt cx="645120" cy="1166400"/>
          </a:xfrm>
        </p:grpSpPr>
        <p:grpSp>
          <p:nvGrpSpPr>
            <p:cNvPr id="420" name="Google Shape;1604;p48"/>
            <p:cNvGrpSpPr/>
            <p:nvPr/>
          </p:nvGrpSpPr>
          <p:grpSpPr>
            <a:xfrm>
              <a:off x="8107920" y="3797640"/>
              <a:ext cx="645120" cy="1166400"/>
              <a:chOff x="8107920" y="3797640"/>
              <a:chExt cx="645120" cy="1166400"/>
            </a:xfrm>
          </p:grpSpPr>
          <p:grpSp>
            <p:nvGrpSpPr>
              <p:cNvPr id="421" name="Google Shape;1605;p48"/>
              <p:cNvGrpSpPr/>
              <p:nvPr/>
            </p:nvGrpSpPr>
            <p:grpSpPr>
              <a:xfrm>
                <a:off x="8107920" y="3797640"/>
                <a:ext cx="645120" cy="1166400"/>
                <a:chOff x="8107920" y="3797640"/>
                <a:chExt cx="645120" cy="1166400"/>
              </a:xfrm>
            </p:grpSpPr>
            <p:sp>
              <p:nvSpPr>
                <p:cNvPr id="422" name="Google Shape;1606;p48"/>
                <p:cNvSpPr/>
                <p:nvPr/>
              </p:nvSpPr>
              <p:spPr>
                <a:xfrm>
                  <a:off x="8107920" y="3797640"/>
                  <a:ext cx="645120" cy="1166400"/>
                </a:xfrm>
                <a:custGeom>
                  <a:avLst/>
                  <a:gdLst>
                    <a:gd name="textAreaLeft" fmla="*/ 0 w 645120"/>
                    <a:gd name="textAreaRight" fmla="*/ 645480 w 645120"/>
                    <a:gd name="textAreaTop" fmla="*/ 0 h 1166400"/>
                    <a:gd name="textAreaBottom" fmla="*/ 1166760 h 1166400"/>
                  </a:gdLst>
                  <a:ahLst/>
                  <a:cxnLst/>
                  <a:rect l="textAreaLeft" t="textAreaTop" r="textAreaRight" b="textAreaBottom"/>
                  <a:pathLst>
                    <a:path w="587120" h="1061085">
                      <a:moveTo>
                        <a:pt x="91440" y="0"/>
                      </a:moveTo>
                      <a:lnTo>
                        <a:pt x="495681" y="0"/>
                      </a:lnTo>
                      <a:cubicBezTo>
                        <a:pt x="546163" y="0"/>
                        <a:pt x="587121" y="40958"/>
                        <a:pt x="587121" y="91440"/>
                      </a:cubicBezTo>
                      <a:lnTo>
                        <a:pt x="587121" y="969645"/>
                      </a:lnTo>
                      <a:cubicBezTo>
                        <a:pt x="587121" y="1020128"/>
                        <a:pt x="546163" y="1061085"/>
                        <a:pt x="495681" y="1061085"/>
                      </a:cubicBezTo>
                      <a:lnTo>
                        <a:pt x="91440" y="1061085"/>
                      </a:lnTo>
                      <a:cubicBezTo>
                        <a:pt x="40958" y="1061085"/>
                        <a:pt x="0" y="1020128"/>
                        <a:pt x="0" y="969645"/>
                      </a:cubicBezTo>
                      <a:lnTo>
                        <a:pt x="0" y="91440"/>
                      </a:lnTo>
                      <a:cubicBezTo>
                        <a:pt x="0" y="40958"/>
                        <a:pt x="40958" y="0"/>
                        <a:pt x="9144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3" name="Google Shape;1607;p48"/>
                <p:cNvSpPr/>
                <p:nvPr/>
              </p:nvSpPr>
              <p:spPr>
                <a:xfrm>
                  <a:off x="8344440" y="3834000"/>
                  <a:ext cx="172440" cy="27720"/>
                </a:xfrm>
                <a:custGeom>
                  <a:avLst/>
                  <a:gdLst>
                    <a:gd name="textAreaLeft" fmla="*/ 0 w 172440"/>
                    <a:gd name="textAreaRight" fmla="*/ 172800 w 172440"/>
                    <a:gd name="textAreaTop" fmla="*/ 0 h 27720"/>
                    <a:gd name="textAreaBottom" fmla="*/ 28080 h 27720"/>
                  </a:gdLst>
                  <a:ahLst/>
                  <a:cxnLst/>
                  <a:rect l="textAreaLeft" t="textAreaTop" r="textAreaRight" b="textAreaBottom"/>
                  <a:pathLst>
                    <a:path w="157162" h="25527">
                      <a:moveTo>
                        <a:pt x="144399" y="25527"/>
                      </a:moveTo>
                      <a:lnTo>
                        <a:pt x="12764" y="25527"/>
                      </a:lnTo>
                      <a:cubicBezTo>
                        <a:pt x="5715" y="25527"/>
                        <a:pt x="0" y="19812"/>
                        <a:pt x="0" y="12764"/>
                      </a:cubicBezTo>
                      <a:lnTo>
                        <a:pt x="0" y="12764"/>
                      </a:lnTo>
                      <a:cubicBezTo>
                        <a:pt x="0" y="5715"/>
                        <a:pt x="5715" y="0"/>
                        <a:pt x="12764" y="0"/>
                      </a:cubicBezTo>
                      <a:lnTo>
                        <a:pt x="144399" y="0"/>
                      </a:lnTo>
                      <a:cubicBezTo>
                        <a:pt x="151448" y="0"/>
                        <a:pt x="157163" y="5715"/>
                        <a:pt x="157163" y="12764"/>
                      </a:cubicBezTo>
                      <a:lnTo>
                        <a:pt x="157163" y="12764"/>
                      </a:lnTo>
                      <a:cubicBezTo>
                        <a:pt x="157163" y="19812"/>
                        <a:pt x="151448" y="25527"/>
                        <a:pt x="144399" y="255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040" bIns="14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24" name="Google Shape;1608;p48"/>
              <p:cNvSpPr/>
              <p:nvPr/>
            </p:nvSpPr>
            <p:spPr>
              <a:xfrm>
                <a:off x="8153640" y="3942720"/>
                <a:ext cx="553320" cy="853920"/>
              </a:xfrm>
              <a:custGeom>
                <a:avLst/>
                <a:gdLst>
                  <a:gd name="textAreaLeft" fmla="*/ 0 w 553320"/>
                  <a:gd name="textAreaRight" fmla="*/ 553680 w 553320"/>
                  <a:gd name="textAreaTop" fmla="*/ 0 h 853920"/>
                  <a:gd name="textAreaBottom" fmla="*/ 854280 h 853920"/>
                </a:gdLst>
                <a:ahLst/>
                <a:cxnLst/>
                <a:rect l="textAreaLeft" t="textAreaTop" r="textAreaRight" b="textAreaBottom"/>
                <a:pathLst>
                  <a:path w="504158" h="777906">
                    <a:moveTo>
                      <a:pt x="0" y="0"/>
                    </a:moveTo>
                    <a:lnTo>
                      <a:pt x="504158" y="0"/>
                    </a:lnTo>
                    <a:lnTo>
                      <a:pt x="504158" y="777907"/>
                    </a:lnTo>
                    <a:lnTo>
                      <a:pt x="0" y="777907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25" name="Google Shape;1609;p48"/>
              <p:cNvGrpSpPr/>
              <p:nvPr/>
            </p:nvGrpSpPr>
            <p:grpSpPr>
              <a:xfrm>
                <a:off x="8218080" y="4421880"/>
                <a:ext cx="425160" cy="172440"/>
                <a:chOff x="8218080" y="4421880"/>
                <a:chExt cx="425160" cy="172440"/>
              </a:xfrm>
            </p:grpSpPr>
            <p:grpSp>
              <p:nvGrpSpPr>
                <p:cNvPr id="426" name="Google Shape;1610;p48"/>
                <p:cNvGrpSpPr/>
                <p:nvPr/>
              </p:nvGrpSpPr>
              <p:grpSpPr>
                <a:xfrm>
                  <a:off x="8218080" y="4421880"/>
                  <a:ext cx="425160" cy="172440"/>
                  <a:chOff x="8218080" y="4421880"/>
                  <a:chExt cx="425160" cy="172440"/>
                </a:xfrm>
              </p:grpSpPr>
              <p:grpSp>
                <p:nvGrpSpPr>
                  <p:cNvPr id="427" name="Google Shape;1611;p48"/>
                  <p:cNvGrpSpPr/>
                  <p:nvPr/>
                </p:nvGrpSpPr>
                <p:grpSpPr>
                  <a:xfrm>
                    <a:off x="8218080" y="4421880"/>
                    <a:ext cx="425160" cy="71640"/>
                    <a:chOff x="8218080" y="4421880"/>
                    <a:chExt cx="425160" cy="71640"/>
                  </a:xfrm>
                </p:grpSpPr>
                <p:sp>
                  <p:nvSpPr>
                    <p:cNvPr id="428" name="Google Shape;1612;p48"/>
                    <p:cNvSpPr/>
                    <p:nvPr/>
                  </p:nvSpPr>
                  <p:spPr>
                    <a:xfrm>
                      <a:off x="8218080" y="4421880"/>
                      <a:ext cx="425160" cy="71640"/>
                    </a:xfrm>
                    <a:custGeom>
                      <a:avLst/>
                      <a:gdLst>
                        <a:gd name="textAreaLeft" fmla="*/ 0 w 425160"/>
                        <a:gd name="textAreaRight" fmla="*/ 425520 w 425160"/>
                        <a:gd name="textAreaTop" fmla="*/ 0 h 71640"/>
                        <a:gd name="textAreaBottom" fmla="*/ 72000 h 71640"/>
                      </a:gdLst>
                      <a:ahLst/>
                      <a:cxnLst/>
                      <a:rect l="textAreaLeft" t="textAreaTop" r="textAreaRight" b="textAreaBottom"/>
                      <a:pathLst>
                        <a:path w="386905" h="65532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36000" bIns="360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429" name="Google Shape;1613;p48"/>
                    <p:cNvSpPr/>
                    <p:nvPr/>
                  </p:nvSpPr>
                  <p:spPr>
                    <a:xfrm>
                      <a:off x="8232120" y="4435560"/>
                      <a:ext cx="411120" cy="57600"/>
                    </a:xfrm>
                    <a:custGeom>
                      <a:avLst/>
                      <a:gdLst>
                        <a:gd name="textAreaLeft" fmla="*/ 0 w 411120"/>
                        <a:gd name="textAreaRight" fmla="*/ 411480 w 411120"/>
                        <a:gd name="textAreaTop" fmla="*/ 0 h 57600"/>
                        <a:gd name="textAreaBottom" fmla="*/ 57960 h 57600"/>
                      </a:gdLst>
                      <a:ahLst/>
                      <a:cxnLst/>
                      <a:rect l="textAreaLeft" t="textAreaTop" r="textAreaRight" b="textAreaBottom"/>
                      <a:pathLst>
                        <a:path w="374141" h="52864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28800" bIns="288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  <p:grpSp>
                <p:nvGrpSpPr>
                  <p:cNvPr id="430" name="Google Shape;1614;p48"/>
                  <p:cNvGrpSpPr/>
                  <p:nvPr/>
                </p:nvGrpSpPr>
                <p:grpSpPr>
                  <a:xfrm>
                    <a:off x="8218080" y="4522680"/>
                    <a:ext cx="425160" cy="71640"/>
                    <a:chOff x="8218080" y="4522680"/>
                    <a:chExt cx="425160" cy="71640"/>
                  </a:xfrm>
                </p:grpSpPr>
                <p:sp>
                  <p:nvSpPr>
                    <p:cNvPr id="431" name="Google Shape;1615;p48"/>
                    <p:cNvSpPr/>
                    <p:nvPr/>
                  </p:nvSpPr>
                  <p:spPr>
                    <a:xfrm>
                      <a:off x="8218080" y="4522680"/>
                      <a:ext cx="425160" cy="71640"/>
                    </a:xfrm>
                    <a:custGeom>
                      <a:avLst/>
                      <a:gdLst>
                        <a:gd name="textAreaLeft" fmla="*/ 0 w 425160"/>
                        <a:gd name="textAreaRight" fmla="*/ 425520 w 425160"/>
                        <a:gd name="textAreaTop" fmla="*/ 0 h 71640"/>
                        <a:gd name="textAreaBottom" fmla="*/ 72000 h 71640"/>
                      </a:gdLst>
                      <a:ahLst/>
                      <a:cxnLst/>
                      <a:rect l="textAreaLeft" t="textAreaTop" r="textAreaRight" b="textAreaBottom"/>
                      <a:pathLst>
                        <a:path w="386905" h="65532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36000" bIns="360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432" name="Google Shape;1616;p48"/>
                    <p:cNvSpPr/>
                    <p:nvPr/>
                  </p:nvSpPr>
                  <p:spPr>
                    <a:xfrm>
                      <a:off x="8232120" y="4536360"/>
                      <a:ext cx="411120" cy="57600"/>
                    </a:xfrm>
                    <a:custGeom>
                      <a:avLst/>
                      <a:gdLst>
                        <a:gd name="textAreaLeft" fmla="*/ 0 w 411120"/>
                        <a:gd name="textAreaRight" fmla="*/ 411480 w 411120"/>
                        <a:gd name="textAreaTop" fmla="*/ 0 h 57600"/>
                        <a:gd name="textAreaBottom" fmla="*/ 57960 h 57600"/>
                      </a:gdLst>
                      <a:ahLst/>
                      <a:cxnLst/>
                      <a:rect l="textAreaLeft" t="textAreaTop" r="textAreaRight" b="textAreaBottom"/>
                      <a:pathLst>
                        <a:path w="374141" h="52864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28800" bIns="2880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grpSp>
              <p:nvGrpSpPr>
                <p:cNvPr id="433" name="Google Shape;1617;p48"/>
                <p:cNvGrpSpPr/>
                <p:nvPr/>
              </p:nvGrpSpPr>
              <p:grpSpPr>
                <a:xfrm>
                  <a:off x="8341560" y="4457520"/>
                  <a:ext cx="194400" cy="16200"/>
                  <a:chOff x="8341560" y="4457520"/>
                  <a:chExt cx="194400" cy="16200"/>
                </a:xfrm>
              </p:grpSpPr>
              <p:sp>
                <p:nvSpPr>
                  <p:cNvPr id="434" name="Google Shape;1618;p48"/>
                  <p:cNvSpPr/>
                  <p:nvPr/>
                </p:nvSpPr>
                <p:spPr>
                  <a:xfrm>
                    <a:off x="834156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4"/>
                        </a:moveTo>
                        <a:cubicBezTo>
                          <a:pt x="15049" y="11680"/>
                          <a:pt x="11681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5" name="Google Shape;1619;p48"/>
                  <p:cNvSpPr/>
                  <p:nvPr/>
                </p:nvSpPr>
                <p:spPr>
                  <a:xfrm>
                    <a:off x="838620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6" name="Google Shape;1620;p48"/>
                  <p:cNvSpPr/>
                  <p:nvPr/>
                </p:nvSpPr>
                <p:spPr>
                  <a:xfrm>
                    <a:off x="843084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7" name="Google Shape;1621;p48"/>
                  <p:cNvSpPr/>
                  <p:nvPr/>
                </p:nvSpPr>
                <p:spPr>
                  <a:xfrm>
                    <a:off x="847512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4"/>
                        </a:moveTo>
                        <a:cubicBezTo>
                          <a:pt x="15049" y="11680"/>
                          <a:pt x="11680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8" name="Google Shape;1622;p48"/>
                  <p:cNvSpPr/>
                  <p:nvPr/>
                </p:nvSpPr>
                <p:spPr>
                  <a:xfrm>
                    <a:off x="8519760" y="445752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39" name="Google Shape;1623;p48"/>
                <p:cNvGrpSpPr/>
                <p:nvPr/>
              </p:nvGrpSpPr>
              <p:grpSpPr>
                <a:xfrm>
                  <a:off x="8341560" y="4554000"/>
                  <a:ext cx="194400" cy="16200"/>
                  <a:chOff x="8341560" y="4554000"/>
                  <a:chExt cx="194400" cy="16200"/>
                </a:xfrm>
              </p:grpSpPr>
              <p:sp>
                <p:nvSpPr>
                  <p:cNvPr id="440" name="Google Shape;1624;p48"/>
                  <p:cNvSpPr/>
                  <p:nvPr/>
                </p:nvSpPr>
                <p:spPr>
                  <a:xfrm>
                    <a:off x="834156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41" name="Google Shape;1625;p48"/>
                  <p:cNvSpPr/>
                  <p:nvPr/>
                </p:nvSpPr>
                <p:spPr>
                  <a:xfrm>
                    <a:off x="838620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42" name="Google Shape;1626;p48"/>
                  <p:cNvSpPr/>
                  <p:nvPr/>
                </p:nvSpPr>
                <p:spPr>
                  <a:xfrm>
                    <a:off x="843084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43" name="Google Shape;1627;p48"/>
                  <p:cNvSpPr/>
                  <p:nvPr/>
                </p:nvSpPr>
                <p:spPr>
                  <a:xfrm>
                    <a:off x="847512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44" name="Google Shape;1628;p48"/>
                  <p:cNvSpPr/>
                  <p:nvPr/>
                </p:nvSpPr>
                <p:spPr>
                  <a:xfrm>
                    <a:off x="8519760" y="4554000"/>
                    <a:ext cx="16200" cy="16200"/>
                  </a:xfrm>
                  <a:custGeom>
                    <a:avLst/>
                    <a:gdLst>
                      <a:gd name="textAreaLeft" fmla="*/ 0 w 16200"/>
                      <a:gd name="textAreaRight" fmla="*/ 16560 w 16200"/>
                      <a:gd name="textAreaTop" fmla="*/ 0 h 16200"/>
                      <a:gd name="textAreaBottom" fmla="*/ 16560 h 16200"/>
                    </a:gdLst>
                    <a:ahLst/>
                    <a:cxnLst/>
                    <a:rect l="textAreaLeft" t="textAreaTop" r="textAreaRight" b="textAreaBottom"/>
                    <a:pathLst>
                      <a:path w="15049" h="15049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280" bIns="8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445" name="Google Shape;1629;p48"/>
              <p:cNvGrpSpPr/>
              <p:nvPr/>
            </p:nvGrpSpPr>
            <p:grpSpPr>
              <a:xfrm>
                <a:off x="8288640" y="4054680"/>
                <a:ext cx="283680" cy="283680"/>
                <a:chOff x="8288640" y="4054680"/>
                <a:chExt cx="283680" cy="283680"/>
              </a:xfrm>
            </p:grpSpPr>
            <p:sp>
              <p:nvSpPr>
                <p:cNvPr id="446" name="Google Shape;1630;p48"/>
                <p:cNvSpPr/>
                <p:nvPr/>
              </p:nvSpPr>
              <p:spPr>
                <a:xfrm>
                  <a:off x="8288640" y="4054680"/>
                  <a:ext cx="283680" cy="283680"/>
                </a:xfrm>
                <a:custGeom>
                  <a:avLst/>
                  <a:gdLst>
                    <a:gd name="textAreaLeft" fmla="*/ 0 w 283680"/>
                    <a:gd name="textAreaRight" fmla="*/ 284040 w 283680"/>
                    <a:gd name="textAreaTop" fmla="*/ 0 h 283680"/>
                    <a:gd name="textAreaBottom" fmla="*/ 284040 h 283680"/>
                  </a:gdLst>
                  <a:ahLst/>
                  <a:cxnLst/>
                  <a:rect l="textAreaLeft" t="textAreaTop" r="textAreaRight" b="textAreaBottom"/>
                  <a:pathLst>
                    <a:path w="258413" h="258317">
                      <a:moveTo>
                        <a:pt x="258413" y="129159"/>
                      </a:moveTo>
                      <a:cubicBezTo>
                        <a:pt x="258413" y="159544"/>
                        <a:pt x="247936" y="187452"/>
                        <a:pt x="230410" y="209454"/>
                      </a:cubicBezTo>
                      <a:cubicBezTo>
                        <a:pt x="206692" y="239268"/>
                        <a:pt x="170212" y="258318"/>
                        <a:pt x="129159" y="258318"/>
                      </a:cubicBezTo>
                      <a:cubicBezTo>
                        <a:pt x="88106" y="258318"/>
                        <a:pt x="51625" y="239268"/>
                        <a:pt x="28004" y="209454"/>
                      </a:cubicBezTo>
                      <a:cubicBezTo>
                        <a:pt x="27337" y="208597"/>
                        <a:pt x="26670" y="207740"/>
                        <a:pt x="26003" y="206788"/>
                      </a:cubicBezTo>
                      <a:cubicBezTo>
                        <a:pt x="9716" y="185166"/>
                        <a:pt x="0" y="158305"/>
                        <a:pt x="0" y="129159"/>
                      </a:cubicBezTo>
                      <a:cubicBezTo>
                        <a:pt x="0" y="57817"/>
                        <a:pt x="57817" y="0"/>
                        <a:pt x="129159" y="0"/>
                      </a:cubicBezTo>
                      <a:cubicBezTo>
                        <a:pt x="176784" y="0"/>
                        <a:pt x="218313" y="25717"/>
                        <a:pt x="240697" y="64008"/>
                      </a:cubicBezTo>
                      <a:cubicBezTo>
                        <a:pt x="251936" y="83153"/>
                        <a:pt x="258318" y="105442"/>
                        <a:pt x="258318" y="129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7" name="Google Shape;1631;p48"/>
                <p:cNvSpPr/>
                <p:nvPr/>
              </p:nvSpPr>
              <p:spPr>
                <a:xfrm>
                  <a:off x="8319600" y="4105440"/>
                  <a:ext cx="222480" cy="232920"/>
                </a:xfrm>
                <a:custGeom>
                  <a:avLst/>
                  <a:gdLst>
                    <a:gd name="textAreaLeft" fmla="*/ 0 w 222480"/>
                    <a:gd name="textAreaRight" fmla="*/ 222840 w 222480"/>
                    <a:gd name="textAreaTop" fmla="*/ 0 h 232920"/>
                    <a:gd name="textAreaBottom" fmla="*/ 233280 h 232920"/>
                  </a:gdLst>
                  <a:ahLst/>
                  <a:cxnLst/>
                  <a:rect l="textAreaLeft" t="textAreaTop" r="textAreaRight" b="textAreaBottom"/>
                  <a:pathLst>
                    <a:path w="202501" h="212216">
                      <a:moveTo>
                        <a:pt x="202406" y="163353"/>
                      </a:moveTo>
                      <a:cubicBezTo>
                        <a:pt x="178689" y="193167"/>
                        <a:pt x="142208" y="212217"/>
                        <a:pt x="101155" y="212217"/>
                      </a:cubicBezTo>
                      <a:cubicBezTo>
                        <a:pt x="60103" y="212217"/>
                        <a:pt x="23622" y="193167"/>
                        <a:pt x="0" y="163353"/>
                      </a:cubicBezTo>
                      <a:cubicBezTo>
                        <a:pt x="9525" y="122682"/>
                        <a:pt x="42958" y="91249"/>
                        <a:pt x="84677" y="84582"/>
                      </a:cubicBezTo>
                      <a:cubicBezTo>
                        <a:pt x="68675" y="78010"/>
                        <a:pt x="57341" y="62293"/>
                        <a:pt x="57341" y="43910"/>
                      </a:cubicBezTo>
                      <a:cubicBezTo>
                        <a:pt x="57341" y="19717"/>
                        <a:pt x="76962" y="0"/>
                        <a:pt x="101251" y="0"/>
                      </a:cubicBezTo>
                      <a:cubicBezTo>
                        <a:pt x="125539" y="0"/>
                        <a:pt x="145161" y="19717"/>
                        <a:pt x="145161" y="43910"/>
                      </a:cubicBezTo>
                      <a:cubicBezTo>
                        <a:pt x="145161" y="62293"/>
                        <a:pt x="133826" y="78010"/>
                        <a:pt x="117824" y="84582"/>
                      </a:cubicBezTo>
                      <a:cubicBezTo>
                        <a:pt x="159544" y="91249"/>
                        <a:pt x="192976" y="122682"/>
                        <a:pt x="202501" y="1633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448" name="Google Shape;1632;p48"/>
            <p:cNvSpPr/>
            <p:nvPr/>
          </p:nvSpPr>
          <p:spPr>
            <a:xfrm>
              <a:off x="8344440" y="4860720"/>
              <a:ext cx="172440" cy="2772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157162" h="25527">
                  <a:moveTo>
                    <a:pt x="144399" y="25527"/>
                  </a:moveTo>
                  <a:lnTo>
                    <a:pt x="12764" y="25527"/>
                  </a:lnTo>
                  <a:cubicBezTo>
                    <a:pt x="5715" y="25527"/>
                    <a:pt x="0" y="19812"/>
                    <a:pt x="0" y="12764"/>
                  </a:cubicBezTo>
                  <a:lnTo>
                    <a:pt x="0" y="12764"/>
                  </a:lnTo>
                  <a:cubicBezTo>
                    <a:pt x="0" y="5715"/>
                    <a:pt x="5715" y="0"/>
                    <a:pt x="12764" y="0"/>
                  </a:cubicBezTo>
                  <a:lnTo>
                    <a:pt x="144399" y="0"/>
                  </a:lnTo>
                  <a:cubicBezTo>
                    <a:pt x="151448" y="0"/>
                    <a:pt x="157163" y="5715"/>
                    <a:pt x="157163" y="12764"/>
                  </a:cubicBezTo>
                  <a:lnTo>
                    <a:pt x="157163" y="12764"/>
                  </a:lnTo>
                  <a:cubicBezTo>
                    <a:pt x="157163" y="19812"/>
                    <a:pt x="151448" y="25527"/>
                    <a:pt x="144399" y="2552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590</Words>
  <Application>Microsoft Office PowerPoint</Application>
  <PresentationFormat>Presentación en pantalla (16:9)</PresentationFormat>
  <Paragraphs>46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Epilogue</vt:lpstr>
      <vt:lpstr>Gummy Bear</vt:lpstr>
      <vt:lpstr>Lato</vt:lpstr>
      <vt:lpstr>Open Sans</vt:lpstr>
      <vt:lpstr>OpenSymbol</vt:lpstr>
      <vt:lpstr>Symbol</vt:lpstr>
      <vt:lpstr>Wingdings</vt:lpstr>
      <vt:lpstr>Multimedia Software Pitch Deck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Santiago Orlando</cp:lastModifiedBy>
  <cp:revision>3</cp:revision>
  <dcterms:modified xsi:type="dcterms:W3CDTF">2026-10-02T11:49:43Z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2026-10-02T11:10:54Z</dcterms:created>
  <dc:creator>Slidesgo AI</dc:creator>
  <dc:description/>
  <dc:language>en-US</dc:language>
  <cp:lastModifiedBy>Unknown Creator</cp:lastModifiedBy>
  <dcterms:modified xsi:type="dcterms:W3CDTF">2026-10-02T11:10:54Z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7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a2e28cb6-fe6a-4de3-8c57-2832fbf2a499</vt:lpwstr>
  </property>
</Properties>
</file>